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03"/>
  </p:normalViewPr>
  <p:slideViewPr>
    <p:cSldViewPr snapToGrid="0" snapToObjects="1">
      <p:cViewPr varScale="1">
        <p:scale>
          <a:sx n="91" d="100"/>
          <a:sy n="91" d="100"/>
        </p:scale>
        <p:origin x="192" y="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228A1D-9760-794D-A603-56431C720D10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D47116-3750-3A47-A443-8FD445A756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706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Кликните по любому месту на слайде – облачко пропадёт. Кликнете на желтую кнопку – облако появится. Важно – при клике на желтую кнопку облака </a:t>
            </a:r>
            <a:r>
              <a:rPr lang="ru-RU"/>
              <a:t>не пропадают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D47116-3750-3A47-A443-8FD445A7563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5117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7FD638-123C-2B4F-82D8-1D9F09E56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E1EC564-1528-BC4A-AFB3-8368FD33E2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4D4847-3EC4-CD4C-8CBA-582AE8FCA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6847E4-7240-0245-BEDF-29CDEA48D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44A1E63-618E-BE49-BB6C-34C3D8652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181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CFB09D-91AA-3C4B-AAA0-12D7676ACE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4A3835-B057-8B44-8C5B-BC3FF18D5C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EFB23D3-3A13-5B46-8009-F1AB49566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B8F61A-A7D5-7244-8909-A04AA3D06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8DA151-E345-1A4A-B120-12351BD12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75483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02EF55-0DD8-BF48-9CC1-1C7223C9B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2E7B097-F29A-C146-9B2F-0FFD6A8837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FF05D90-1775-1F47-ADC3-0328D161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D2D761-B301-1645-AE1C-3ED75CC68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A21CC2F-6973-9646-A84B-7C8808684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197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BDE862-11FE-5B44-A5A9-1142FCC6A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F113555-52B4-0844-B02C-20A326BAC1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4229C30-5365-CB47-AEC1-88E948B708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0CEAECE-A5CB-464F-977C-36E748789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5633C23-FCE2-0445-9D1D-9C08D0CE6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AA6B9A0-5982-6947-8BDA-0E3A5B222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1535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EA2D7B-2897-4247-B359-997789616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40D397-E314-4C4B-87F1-9AC2FF8A23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ECBF1ED-F838-734A-B9BD-DD33B07BDC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60E00B5-E243-3241-BFDE-24B485C843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9A5C170-FE7C-FA4A-927A-83D73A4F2F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B9B43AD-691C-F142-AC23-7380365A6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1788A86-4382-F949-9387-21AB823B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2D3564A-FBB9-D144-85B1-8037C2E66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939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D4931D-A730-1E47-B9AF-91457CD82F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0FA87E0-1B79-E046-BFB8-9DB09E3D9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6EE232A-79F7-D940-AFFB-DB9CB65B2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52BC7F-3088-DE41-96AA-1F239C083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71207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13A7746-BCD9-614D-8C88-C2BAF79B4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1620E5B4-DC3B-3E48-B756-70AD50ED3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1CCD156-822F-374C-944A-E3DA79E0F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72182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E654BF-AEF2-B246-9B6A-9FB77C281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0139859-1D43-A044-A39D-20029E533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7FF4645-10D7-5B4C-993F-B57F2C5D40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BC35C7FB-226C-4C4A-8669-9944A6318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6774245-21EB-8744-8369-2A56D684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BBD269C-6603-CD46-8145-96D1521B4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912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97FA61-1339-0C46-83D2-67CF60134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A4AE55A2-849A-E449-95B1-A1BC47CDD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9EBF254-8C2B-3A4D-AE85-736EE4C1F8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B787C1-5D05-2A49-8B43-9E527FBA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2E7AE59-B9C4-9343-8127-3A885C405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99C1E8-412D-DD40-9D61-90B1DDE47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0524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88587E-A6E5-9040-831E-3C502884E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2045FD97-BFF6-3247-B0EA-D50557A931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50301F-92B8-4341-BC07-628F31A4A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73F9AA-D899-0F4E-9455-81659240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E532A14-62FD-5F49-86F6-B00C829E5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3589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339B17CE-C42E-204E-A689-5A6707ED81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D45490F-E18A-7740-96E8-DA5756CCF8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2E79052-4EB4-1447-9022-03A24A7AF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D6AC378-F4C9-9D46-89F9-73A6A84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2CE5750-5487-2845-AD72-5027E9C42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27501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466A74-E4EC-7B4E-B8FC-D1C665269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B3A997-8BE1-CA40-8C66-11B2BACC48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D0AB5B-928F-BA40-BD2A-4C6FE6CC6E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9D668-ECC0-E040-A93E-4760A55CC2BC}" type="datetimeFigureOut">
              <a:rPr lang="ru-RU" smtClean="0"/>
              <a:t>14.06.2026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FC569F4-9BB2-2942-A24A-2E8282A598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94CD8-EE8C-9E4C-8F83-410E50F4EE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C350A4-C39F-A149-9CA1-CDBEB26EE82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842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Облако 3">
            <a:extLst>
              <a:ext uri="{FF2B5EF4-FFF2-40B4-BE49-F238E27FC236}">
                <a16:creationId xmlns:a16="http://schemas.microsoft.com/office/drawing/2014/main" id="{3C7CC8A6-0515-8A4A-B6DC-AEA1D3009F84}"/>
              </a:ext>
            </a:extLst>
          </p:cNvPr>
          <p:cNvSpPr/>
          <p:nvPr/>
        </p:nvSpPr>
        <p:spPr>
          <a:xfrm>
            <a:off x="1658041" y="501267"/>
            <a:ext cx="2776250" cy="2280492"/>
          </a:xfrm>
          <a:prstGeom prst="cloud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Облако 4">
            <a:extLst>
              <a:ext uri="{FF2B5EF4-FFF2-40B4-BE49-F238E27FC236}">
                <a16:creationId xmlns:a16="http://schemas.microsoft.com/office/drawing/2014/main" id="{E5D16FAD-6F1A-CA44-8BAE-BAB2A1DC444A}"/>
              </a:ext>
            </a:extLst>
          </p:cNvPr>
          <p:cNvSpPr/>
          <p:nvPr/>
        </p:nvSpPr>
        <p:spPr>
          <a:xfrm>
            <a:off x="1882049" y="3556613"/>
            <a:ext cx="2776250" cy="2280492"/>
          </a:xfrm>
          <a:prstGeom prst="cloud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Облако 5">
            <a:extLst>
              <a:ext uri="{FF2B5EF4-FFF2-40B4-BE49-F238E27FC236}">
                <a16:creationId xmlns:a16="http://schemas.microsoft.com/office/drawing/2014/main" id="{4F9DDED8-C2A4-7C47-A0D7-AEF8897A8856}"/>
              </a:ext>
            </a:extLst>
          </p:cNvPr>
          <p:cNvSpPr/>
          <p:nvPr/>
        </p:nvSpPr>
        <p:spPr>
          <a:xfrm>
            <a:off x="5802217" y="3556613"/>
            <a:ext cx="2776250" cy="2280492"/>
          </a:xfrm>
          <a:prstGeom prst="cloud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Облако 6">
            <a:extLst>
              <a:ext uri="{FF2B5EF4-FFF2-40B4-BE49-F238E27FC236}">
                <a16:creationId xmlns:a16="http://schemas.microsoft.com/office/drawing/2014/main" id="{C9BE0A08-D029-5E4D-B7BB-82124BD9B36E}"/>
              </a:ext>
            </a:extLst>
          </p:cNvPr>
          <p:cNvSpPr/>
          <p:nvPr/>
        </p:nvSpPr>
        <p:spPr>
          <a:xfrm>
            <a:off x="6369584" y="462708"/>
            <a:ext cx="2776250" cy="2280492"/>
          </a:xfrm>
          <a:prstGeom prst="cloud">
            <a:avLst/>
          </a:prstGeom>
          <a:solidFill>
            <a:schemeClr val="accent4">
              <a:lumMod val="5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Управляющая кнопка: далее 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E5FF35C-E3B6-9D43-A77F-4AF7DBC3A373}"/>
              </a:ext>
            </a:extLst>
          </p:cNvPr>
          <p:cNvSpPr/>
          <p:nvPr/>
        </p:nvSpPr>
        <p:spPr>
          <a:xfrm>
            <a:off x="10377889" y="5221995"/>
            <a:ext cx="1322024" cy="1299991"/>
          </a:xfrm>
          <a:prstGeom prst="actionButtonForwardNex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1576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heckerboard(across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</p:bld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29</Words>
  <Application>Microsoft Macintosh PowerPoint</Application>
  <PresentationFormat>Широкоэкранный</PresentationFormat>
  <Paragraphs>2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Microsoft Office User</dc:creator>
  <cp:lastModifiedBy>Microsoft Office User</cp:lastModifiedBy>
  <cp:revision>1</cp:revision>
  <dcterms:created xsi:type="dcterms:W3CDTF">2026-06-14T08:47:37Z</dcterms:created>
  <dcterms:modified xsi:type="dcterms:W3CDTF">2026-06-14T08:53:38Z</dcterms:modified>
</cp:coreProperties>
</file>