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6186"/>
  </p:normalViewPr>
  <p:slideViewPr>
    <p:cSldViewPr snapToGrid="0" snapToObjects="1">
      <p:cViewPr varScale="1">
        <p:scale>
          <a:sx n="93" d="100"/>
          <a:sy n="93" d="100"/>
        </p:scale>
        <p:origin x="21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17F2C-7301-3140-92AE-0EE23951D10B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9F49-7832-BA45-9C54-81F6AD37C7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19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Кликни на предмет, чтобы он переместился в корзину. ВАЖНО ученик должен сам перемещать предметы в нужную корзину. Если цвет предмета и корзины не совпадает – предмет возвращается в исходное положение.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29F49-7832-BA45-9C54-81F6AD37C7E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36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3C0DD-6130-334B-BE00-41D1778A3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5B0BF5-B640-DA4D-896F-36008CEAA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DEAB4-4536-654D-8D6D-AFF99D19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518483-063C-CA4F-A959-872237EE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4A7922-51D4-8D49-B9C2-BD3D4050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25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81B42-CE73-CE45-9B40-40C554F3C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A7B166-9FF6-5948-8F0B-45777D9A1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1B4306-7EB1-2F48-9CFC-978D5D60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16703C-D4A0-D547-A47F-55880B55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E807B-AFF9-C244-936D-4A84EBDC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63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1058D-8A11-0042-8991-967232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E2507F-4097-7345-AE29-6AD67F7B4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628590-6ABD-D747-A5C1-CD9F2DC8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D1E8C7-87FA-C145-B181-AC5A33DA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7C6EB2-86A2-1849-950F-5F38C913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8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35EFF-C237-D54F-94D0-3ECA19B2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8680F-9F51-AA45-8306-075187A11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163157-1946-9848-BD34-20E913EA3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D50B33-A3C1-B046-A3B4-8001B877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29599C-0D6D-0042-81DC-41B862DA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F56CCE-40F0-BE46-9360-8A4D0C6D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39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B5583-4036-184C-B91B-3CA16A98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C10AD3-C16D-EA4A-8F44-72D00ACA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6D7D52-A0C4-4C41-883D-C8211DC70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91548A-6EAB-A84C-8673-EF5C920AD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080B3F-5EA1-7D4C-AB15-46CC56C10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06F0415-A496-0D48-A7A5-E3220FD5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4D0907-8A61-8649-82AC-EB5D52E4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E5B7C8-41A0-2441-A6CD-FCA844E1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90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3A61C-A61F-094E-9D1B-F0E837CF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C36C01-16EF-F84D-937D-DDD5AB1B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5386F8-F3F2-1341-995A-201CAB97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9581A2-C443-CC42-A32E-C7E0285A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65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CF70FB1-6D9D-9E4B-9724-63D39F25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7D88FC-BB2C-824F-B1D8-0294AA99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A299BC-C46D-AB44-A87D-716BFAA5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8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D477D-4D70-124D-A483-517E58F5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A86F55-6298-3C49-B0DF-9C4629618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DB7C2E-E1D9-7A4D-BE25-C3AB2AEDA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C54B5D-25A4-7D40-BCA0-5304BFBC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342B2-A284-F643-8611-8E202BC3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7F6C5D-DE9F-2546-B51A-FC509A8C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8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C4953-1A0E-2B4F-9651-AE8B3973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AAA6DD0-6ED9-2748-9483-944962BE4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959DFD-5FBE-204F-AD1C-BD3E58B5B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D4EF6E-0194-3249-9840-D402A7D8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CF13C4-592D-7741-AE89-1F04DA35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4C9C44-E0C3-1347-BD00-3838CB64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91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54D82-B7E4-5940-BD28-12002A1B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4E460B-369C-B348-AB35-0813584D5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D21E4-977D-1544-A312-90B59E6F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D0C8C5-7FCF-DF42-85F1-46A00A80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AB807-343B-2B47-B9D6-51C8CEEE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99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3C98A1-0C1A-B649-8F5F-2F141642C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2CBCDF-96C0-CD4A-9C1D-00F1C56AF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588D7-25F5-DB47-8449-9A74BE6C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261927-EFB5-FE4D-88CA-F6DA49BE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699ABD-00AB-0D4E-950F-97996F3E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73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9A8EF-EDBF-D84F-9630-61F2F459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66DACC-5515-2245-82E7-6562ABCAC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1DBA1C-69BC-9B48-870A-A3F52D1147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35AC5-0CE8-3C49-9C63-D37212A18B3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D179FA-4DB3-C748-A272-6BE5FCBD6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CFB5E-9297-5D4A-92D8-CD73962DF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A149F-9672-604E-9BC6-BD60F175AA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79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A7930-4403-094D-B0E3-3C7157DB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186" y="0"/>
            <a:ext cx="2549814" cy="25046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D0C873-3FEB-404D-9D16-761D20B06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4132118"/>
            <a:ext cx="2549814" cy="2504685"/>
          </a:xfrm>
          <a:prstGeom prst="rect">
            <a:avLst/>
          </a:prstGeom>
        </p:spPr>
      </p:pic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81107AE-E61D-3A4B-B7A8-662B7478501D}"/>
              </a:ext>
            </a:extLst>
          </p:cNvPr>
          <p:cNvGrpSpPr/>
          <p:nvPr/>
        </p:nvGrpSpPr>
        <p:grpSpPr>
          <a:xfrm>
            <a:off x="193386" y="105641"/>
            <a:ext cx="2549814" cy="2504685"/>
            <a:chOff x="193386" y="105641"/>
            <a:chExt cx="2549814" cy="250468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CBDE5BA-4FD2-874B-AC30-F85AAD41E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386" y="105641"/>
              <a:ext cx="2549814" cy="2504685"/>
            </a:xfrm>
            <a:prstGeom prst="rect">
              <a:avLst/>
            </a:prstGeom>
          </p:spPr>
        </p:pic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43F9007-477F-CD4B-9222-AF75610979EF}"/>
                </a:ext>
              </a:extLst>
            </p:cNvPr>
            <p:cNvSpPr/>
            <p:nvPr/>
          </p:nvSpPr>
          <p:spPr>
            <a:xfrm>
              <a:off x="1007918" y="1756064"/>
              <a:ext cx="768928" cy="74862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C861307B-0E5A-9C48-952C-9CB5F301A6E0}"/>
              </a:ext>
            </a:extLst>
          </p:cNvPr>
          <p:cNvGrpSpPr/>
          <p:nvPr/>
        </p:nvGrpSpPr>
        <p:grpSpPr>
          <a:xfrm>
            <a:off x="193386" y="4247674"/>
            <a:ext cx="2549814" cy="2504685"/>
            <a:chOff x="193386" y="4247674"/>
            <a:chExt cx="2549814" cy="2504685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7F60742A-0840-9945-A054-37669CFE2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386" y="4247674"/>
              <a:ext cx="2549814" cy="2504685"/>
            </a:xfrm>
            <a:prstGeom prst="rect">
              <a:avLst/>
            </a:prstGeom>
          </p:spPr>
        </p:pic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00C4133E-E7ED-3147-BBD0-97A64E8447DA}"/>
                </a:ext>
              </a:extLst>
            </p:cNvPr>
            <p:cNvSpPr/>
            <p:nvPr/>
          </p:nvSpPr>
          <p:spPr>
            <a:xfrm>
              <a:off x="1000702" y="5888182"/>
              <a:ext cx="768928" cy="748621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Овал 9">
            <a:extLst>
              <a:ext uri="{FF2B5EF4-FFF2-40B4-BE49-F238E27FC236}">
                <a16:creationId xmlns:a16="http://schemas.microsoft.com/office/drawing/2014/main" id="{1819BD13-A668-EA4A-98C6-4A139063477C}"/>
              </a:ext>
            </a:extLst>
          </p:cNvPr>
          <p:cNvSpPr/>
          <p:nvPr/>
        </p:nvSpPr>
        <p:spPr>
          <a:xfrm>
            <a:off x="10605365" y="1647351"/>
            <a:ext cx="768928" cy="748621"/>
          </a:xfrm>
          <a:prstGeom prst="ellipse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CB1C765-9D28-E848-BC1A-9E7A1DED1CA0}"/>
              </a:ext>
            </a:extLst>
          </p:cNvPr>
          <p:cNvSpPr/>
          <p:nvPr/>
        </p:nvSpPr>
        <p:spPr>
          <a:xfrm>
            <a:off x="10339243" y="5815953"/>
            <a:ext cx="768928" cy="748621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FF814FC-2007-7747-A852-927312726ECC}"/>
              </a:ext>
            </a:extLst>
          </p:cNvPr>
          <p:cNvGrpSpPr/>
          <p:nvPr/>
        </p:nvGrpSpPr>
        <p:grpSpPr>
          <a:xfrm>
            <a:off x="3637248" y="458931"/>
            <a:ext cx="1907311" cy="1830770"/>
            <a:chOff x="3637248" y="458931"/>
            <a:chExt cx="1907311" cy="1830770"/>
          </a:xfrm>
        </p:grpSpPr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7A6C87C0-952B-724B-BE55-8337C803F83E}"/>
                </a:ext>
              </a:extLst>
            </p:cNvPr>
            <p:cNvSpPr/>
            <p:nvPr/>
          </p:nvSpPr>
          <p:spPr>
            <a:xfrm>
              <a:off x="3637248" y="458931"/>
              <a:ext cx="1907311" cy="183077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857D8CC0-F9BD-F54D-B250-A7AD969DC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5499" y="710655"/>
              <a:ext cx="1604670" cy="1327320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06F987C-06A7-D440-BB6C-44E6A748C0C2}"/>
              </a:ext>
            </a:extLst>
          </p:cNvPr>
          <p:cNvGrpSpPr/>
          <p:nvPr/>
        </p:nvGrpSpPr>
        <p:grpSpPr>
          <a:xfrm>
            <a:off x="6054289" y="458931"/>
            <a:ext cx="1907311" cy="1830769"/>
            <a:chOff x="6054289" y="458931"/>
            <a:chExt cx="1907311" cy="1830769"/>
          </a:xfrm>
        </p:grpSpPr>
        <p:sp>
          <p:nvSpPr>
            <p:cNvPr id="13" name="Скругленный прямоугольник 12">
              <a:extLst>
                <a:ext uri="{FF2B5EF4-FFF2-40B4-BE49-F238E27FC236}">
                  <a16:creationId xmlns:a16="http://schemas.microsoft.com/office/drawing/2014/main" id="{1B2BA940-CE8A-574E-B2C5-4CFBA383CE7F}"/>
                </a:ext>
              </a:extLst>
            </p:cNvPr>
            <p:cNvSpPr/>
            <p:nvPr/>
          </p:nvSpPr>
          <p:spPr>
            <a:xfrm>
              <a:off x="6054289" y="458931"/>
              <a:ext cx="1907311" cy="183076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EF34D77A-71B3-FB49-B13C-2ACD4F693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6444" y="667735"/>
              <a:ext cx="1707529" cy="1370239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78D2237-80A2-614D-B428-E02B90F3099D}"/>
              </a:ext>
            </a:extLst>
          </p:cNvPr>
          <p:cNvGrpSpPr/>
          <p:nvPr/>
        </p:nvGrpSpPr>
        <p:grpSpPr>
          <a:xfrm>
            <a:off x="6054289" y="2365901"/>
            <a:ext cx="1907311" cy="1830769"/>
            <a:chOff x="6054289" y="2365901"/>
            <a:chExt cx="1907311" cy="1830769"/>
          </a:xfrm>
        </p:grpSpPr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C20CD6AF-C8EF-C447-848D-713BA7E2B602}"/>
                </a:ext>
              </a:extLst>
            </p:cNvPr>
            <p:cNvSpPr/>
            <p:nvPr/>
          </p:nvSpPr>
          <p:spPr>
            <a:xfrm>
              <a:off x="6054289" y="2365901"/>
              <a:ext cx="1907311" cy="183076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4B9B8459-B83F-B345-9E35-9C6353F22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0389" y="2677150"/>
              <a:ext cx="1055109" cy="1208270"/>
            </a:xfrm>
            <a:prstGeom prst="rect">
              <a:avLst/>
            </a:prstGeom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F5C07B4C-BA81-1246-9503-F619029E5B3F}"/>
              </a:ext>
            </a:extLst>
          </p:cNvPr>
          <p:cNvGrpSpPr/>
          <p:nvPr/>
        </p:nvGrpSpPr>
        <p:grpSpPr>
          <a:xfrm>
            <a:off x="3637248" y="2365901"/>
            <a:ext cx="1907311" cy="1830770"/>
            <a:chOff x="3637248" y="2365901"/>
            <a:chExt cx="1907311" cy="1830770"/>
          </a:xfrm>
        </p:grpSpPr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27AA69F6-5835-284B-A1C0-D2CFD6F7A337}"/>
                </a:ext>
              </a:extLst>
            </p:cNvPr>
            <p:cNvSpPr/>
            <p:nvPr/>
          </p:nvSpPr>
          <p:spPr>
            <a:xfrm>
              <a:off x="3637248" y="2365901"/>
              <a:ext cx="1907311" cy="183077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E691A7BD-8FEE-0045-A211-CF708992A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6389" y="2754083"/>
              <a:ext cx="1041400" cy="1016000"/>
            </a:xfrm>
            <a:prstGeom prst="rect">
              <a:avLst/>
            </a:prstGeom>
          </p:spPr>
        </p:pic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5F943E6-1CBB-5D47-A015-CBFF872319D2}"/>
              </a:ext>
            </a:extLst>
          </p:cNvPr>
          <p:cNvGrpSpPr/>
          <p:nvPr/>
        </p:nvGrpSpPr>
        <p:grpSpPr>
          <a:xfrm>
            <a:off x="3637248" y="4359495"/>
            <a:ext cx="1907311" cy="1830770"/>
            <a:chOff x="3637248" y="4359495"/>
            <a:chExt cx="1907311" cy="1830770"/>
          </a:xfrm>
        </p:grpSpPr>
        <p:sp>
          <p:nvSpPr>
            <p:cNvPr id="16" name="Скругленный прямоугольник 15">
              <a:extLst>
                <a:ext uri="{FF2B5EF4-FFF2-40B4-BE49-F238E27FC236}">
                  <a16:creationId xmlns:a16="http://schemas.microsoft.com/office/drawing/2014/main" id="{DD4658BD-AAC7-4043-9A98-B716CD69C866}"/>
                </a:ext>
              </a:extLst>
            </p:cNvPr>
            <p:cNvSpPr/>
            <p:nvPr/>
          </p:nvSpPr>
          <p:spPr>
            <a:xfrm>
              <a:off x="3637248" y="4359495"/>
              <a:ext cx="1907311" cy="183077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D7483CB1-AA13-D24B-8C02-DDA9F157B6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11171"/>
            <a:stretch/>
          </p:blipFill>
          <p:spPr>
            <a:xfrm>
              <a:off x="3843050" y="4609284"/>
              <a:ext cx="1488536" cy="1278898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9D6E3C-6C7D-DC4C-87AE-3B0EA562CE44}"/>
              </a:ext>
            </a:extLst>
          </p:cNvPr>
          <p:cNvGrpSpPr/>
          <p:nvPr/>
        </p:nvGrpSpPr>
        <p:grpSpPr>
          <a:xfrm>
            <a:off x="6054289" y="4359495"/>
            <a:ext cx="1907311" cy="1830769"/>
            <a:chOff x="6054289" y="4359495"/>
            <a:chExt cx="1907311" cy="1830769"/>
          </a:xfrm>
        </p:grpSpPr>
        <p:sp>
          <p:nvSpPr>
            <p:cNvPr id="17" name="Скругленный прямоугольник 16">
              <a:extLst>
                <a:ext uri="{FF2B5EF4-FFF2-40B4-BE49-F238E27FC236}">
                  <a16:creationId xmlns:a16="http://schemas.microsoft.com/office/drawing/2014/main" id="{3F105AF3-5CB3-A544-81BE-C30A304E6B89}"/>
                </a:ext>
              </a:extLst>
            </p:cNvPr>
            <p:cNvSpPr/>
            <p:nvPr/>
          </p:nvSpPr>
          <p:spPr>
            <a:xfrm>
              <a:off x="6054289" y="4359495"/>
              <a:ext cx="1907311" cy="183076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691F6AA1-A0CB-024A-BC89-F3253BFCC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0" y="4705345"/>
              <a:ext cx="1783850" cy="9888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729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3 -0.01759 L -0.26237 0.03958 " pathEditMode="relative" ptsTypes="AA">
                                      <p:cBhvr>
                                        <p:cTn id="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-2.22222E-6 L -0.25729 0.3696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73" y="1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2762C-1E9E-DE49-B4BD-0C61BB832D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Для распечатки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2E79A7-75E6-5D4E-A08A-13D377A2A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886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45C56E5-C4C3-634D-8D81-606DA7C11B44}"/>
              </a:ext>
            </a:extLst>
          </p:cNvPr>
          <p:cNvGrpSpPr/>
          <p:nvPr/>
        </p:nvGrpSpPr>
        <p:grpSpPr>
          <a:xfrm rot="16200000">
            <a:off x="96208" y="651378"/>
            <a:ext cx="5520822" cy="5324878"/>
            <a:chOff x="193386" y="105641"/>
            <a:chExt cx="2549814" cy="250468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5827534-4110-214B-8C20-75D752768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386" y="105641"/>
              <a:ext cx="2549814" cy="2504685"/>
            </a:xfrm>
            <a:prstGeom prst="rect">
              <a:avLst/>
            </a:prstGeom>
          </p:spPr>
        </p:pic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D2E9D8E0-E33B-0A45-B317-C127CD1C2510}"/>
                </a:ext>
              </a:extLst>
            </p:cNvPr>
            <p:cNvSpPr/>
            <p:nvPr/>
          </p:nvSpPr>
          <p:spPr>
            <a:xfrm>
              <a:off x="1007918" y="1756064"/>
              <a:ext cx="768928" cy="74862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E96E8EE-3698-8C45-81F4-34EE3B386421}"/>
              </a:ext>
            </a:extLst>
          </p:cNvPr>
          <p:cNvGrpSpPr/>
          <p:nvPr/>
        </p:nvGrpSpPr>
        <p:grpSpPr>
          <a:xfrm rot="16200000">
            <a:off x="6220900" y="491467"/>
            <a:ext cx="5613809" cy="5551712"/>
            <a:chOff x="193386" y="4247674"/>
            <a:chExt cx="2549814" cy="2504685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11AC672-5025-AA46-99EC-43CD7683B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386" y="4247674"/>
              <a:ext cx="2549814" cy="2504685"/>
            </a:xfrm>
            <a:prstGeom prst="rect">
              <a:avLst/>
            </a:prstGeom>
          </p:spPr>
        </p:pic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49E2A31-3915-5D43-8082-5C305BE62C03}"/>
                </a:ext>
              </a:extLst>
            </p:cNvPr>
            <p:cNvSpPr/>
            <p:nvPr/>
          </p:nvSpPr>
          <p:spPr>
            <a:xfrm>
              <a:off x="1000702" y="5888182"/>
              <a:ext cx="768928" cy="748621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69393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45C56E5-C4C3-634D-8D81-606DA7C11B44}"/>
              </a:ext>
            </a:extLst>
          </p:cNvPr>
          <p:cNvGrpSpPr/>
          <p:nvPr/>
        </p:nvGrpSpPr>
        <p:grpSpPr>
          <a:xfrm rot="16200000">
            <a:off x="96208" y="651378"/>
            <a:ext cx="5520822" cy="5324878"/>
            <a:chOff x="193386" y="105641"/>
            <a:chExt cx="2549814" cy="250468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5827534-4110-214B-8C20-75D752768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386" y="105641"/>
              <a:ext cx="2549814" cy="2504685"/>
            </a:xfrm>
            <a:prstGeom prst="rect">
              <a:avLst/>
            </a:prstGeom>
          </p:spPr>
        </p:pic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D2E9D8E0-E33B-0A45-B317-C127CD1C2510}"/>
                </a:ext>
              </a:extLst>
            </p:cNvPr>
            <p:cNvSpPr/>
            <p:nvPr/>
          </p:nvSpPr>
          <p:spPr>
            <a:xfrm>
              <a:off x="1007918" y="1756064"/>
              <a:ext cx="768928" cy="748621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E96E8EE-3698-8C45-81F4-34EE3B386421}"/>
              </a:ext>
            </a:extLst>
          </p:cNvPr>
          <p:cNvGrpSpPr/>
          <p:nvPr/>
        </p:nvGrpSpPr>
        <p:grpSpPr>
          <a:xfrm rot="16200000">
            <a:off x="6220900" y="491467"/>
            <a:ext cx="5613809" cy="5551712"/>
            <a:chOff x="193386" y="4247674"/>
            <a:chExt cx="2549814" cy="2504685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11AC672-5025-AA46-99EC-43CD7683B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386" y="4247674"/>
              <a:ext cx="2549814" cy="2504685"/>
            </a:xfrm>
            <a:prstGeom prst="rect">
              <a:avLst/>
            </a:prstGeom>
          </p:spPr>
        </p:pic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49E2A31-3915-5D43-8082-5C305BE62C03}"/>
                </a:ext>
              </a:extLst>
            </p:cNvPr>
            <p:cNvSpPr/>
            <p:nvPr/>
          </p:nvSpPr>
          <p:spPr>
            <a:xfrm>
              <a:off x="1000702" y="5888182"/>
              <a:ext cx="768928" cy="748621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5761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8DFB0A7-B776-C14A-9302-BE65FF2EEA75}"/>
              </a:ext>
            </a:extLst>
          </p:cNvPr>
          <p:cNvGrpSpPr/>
          <p:nvPr/>
        </p:nvGrpSpPr>
        <p:grpSpPr>
          <a:xfrm>
            <a:off x="327991" y="284760"/>
            <a:ext cx="1907311" cy="1830770"/>
            <a:chOff x="3637248" y="458931"/>
            <a:chExt cx="1907311" cy="1830770"/>
          </a:xfrm>
        </p:grpSpPr>
        <p:sp>
          <p:nvSpPr>
            <p:cNvPr id="3" name="Скругленный прямоугольник 2">
              <a:extLst>
                <a:ext uri="{FF2B5EF4-FFF2-40B4-BE49-F238E27FC236}">
                  <a16:creationId xmlns:a16="http://schemas.microsoft.com/office/drawing/2014/main" id="{DA489727-5E46-F343-A4DE-8B31A6A5418F}"/>
                </a:ext>
              </a:extLst>
            </p:cNvPr>
            <p:cNvSpPr/>
            <p:nvPr/>
          </p:nvSpPr>
          <p:spPr>
            <a:xfrm>
              <a:off x="3637248" y="458931"/>
              <a:ext cx="1907311" cy="183077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B1E312A-6538-C244-A216-7039EFB10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95499" y="710655"/>
              <a:ext cx="1604670" cy="1327320"/>
            </a:xfrm>
            <a:prstGeom prst="rect">
              <a:avLst/>
            </a:prstGeom>
          </p:spPr>
        </p:pic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0A758E6-ACC3-5648-81DF-8B3FD220905F}"/>
              </a:ext>
            </a:extLst>
          </p:cNvPr>
          <p:cNvGrpSpPr/>
          <p:nvPr/>
        </p:nvGrpSpPr>
        <p:grpSpPr>
          <a:xfrm>
            <a:off x="2745032" y="284760"/>
            <a:ext cx="1907311" cy="1830769"/>
            <a:chOff x="6054289" y="458931"/>
            <a:chExt cx="1907311" cy="1830769"/>
          </a:xfrm>
        </p:grpSpPr>
        <p:sp>
          <p:nvSpPr>
            <p:cNvPr id="6" name="Скругленный прямоугольник 5">
              <a:extLst>
                <a:ext uri="{FF2B5EF4-FFF2-40B4-BE49-F238E27FC236}">
                  <a16:creationId xmlns:a16="http://schemas.microsoft.com/office/drawing/2014/main" id="{9FDB229D-4EF3-9D40-8CEB-604E45225D9E}"/>
                </a:ext>
              </a:extLst>
            </p:cNvPr>
            <p:cNvSpPr/>
            <p:nvPr/>
          </p:nvSpPr>
          <p:spPr>
            <a:xfrm>
              <a:off x="6054289" y="458931"/>
              <a:ext cx="1907311" cy="183076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5D98FF4-4B53-3C48-A3CE-8F0D4C471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6444" y="667735"/>
              <a:ext cx="1707529" cy="1370239"/>
            </a:xfrm>
            <a:prstGeom prst="rect">
              <a:avLst/>
            </a:prstGeom>
          </p:spPr>
        </p:pic>
      </p:grp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18AF3E62-5A0B-0846-8E4D-65D00F3D18B4}"/>
              </a:ext>
            </a:extLst>
          </p:cNvPr>
          <p:cNvSpPr/>
          <p:nvPr/>
        </p:nvSpPr>
        <p:spPr>
          <a:xfrm>
            <a:off x="2745032" y="2191730"/>
            <a:ext cx="1907311" cy="18307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191CF42-BC0E-0A4A-99D8-711CDB70221E}"/>
              </a:ext>
            </a:extLst>
          </p:cNvPr>
          <p:cNvSpPr/>
          <p:nvPr/>
        </p:nvSpPr>
        <p:spPr>
          <a:xfrm>
            <a:off x="327991" y="2191730"/>
            <a:ext cx="1907311" cy="18307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D64B3CE9-76E4-C148-B385-340D178837B6}"/>
              </a:ext>
            </a:extLst>
          </p:cNvPr>
          <p:cNvGrpSpPr/>
          <p:nvPr/>
        </p:nvGrpSpPr>
        <p:grpSpPr>
          <a:xfrm>
            <a:off x="327991" y="4185324"/>
            <a:ext cx="1907311" cy="1830770"/>
            <a:chOff x="3637248" y="4359495"/>
            <a:chExt cx="1907311" cy="1830770"/>
          </a:xfrm>
        </p:grpSpPr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83DFB2FF-28F5-5E4A-BE5A-118CB9F7DE28}"/>
                </a:ext>
              </a:extLst>
            </p:cNvPr>
            <p:cNvSpPr/>
            <p:nvPr/>
          </p:nvSpPr>
          <p:spPr>
            <a:xfrm>
              <a:off x="3637248" y="4359495"/>
              <a:ext cx="1907311" cy="183077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5FF6E92-54F0-BB46-B446-EA01D429D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1171"/>
            <a:stretch/>
          </p:blipFill>
          <p:spPr>
            <a:xfrm>
              <a:off x="3843050" y="4609284"/>
              <a:ext cx="1488536" cy="1278898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BDDFE6C-8713-A040-A8FC-471F89AE3319}"/>
              </a:ext>
            </a:extLst>
          </p:cNvPr>
          <p:cNvGrpSpPr/>
          <p:nvPr/>
        </p:nvGrpSpPr>
        <p:grpSpPr>
          <a:xfrm>
            <a:off x="2745032" y="4185324"/>
            <a:ext cx="1907311" cy="1830769"/>
            <a:chOff x="6054289" y="4359495"/>
            <a:chExt cx="1907311" cy="1830769"/>
          </a:xfrm>
        </p:grpSpPr>
        <p:sp>
          <p:nvSpPr>
            <p:cNvPr id="18" name="Скругленный прямоугольник 17">
              <a:extLst>
                <a:ext uri="{FF2B5EF4-FFF2-40B4-BE49-F238E27FC236}">
                  <a16:creationId xmlns:a16="http://schemas.microsoft.com/office/drawing/2014/main" id="{3A740A30-B78F-274E-80B5-92FF402357D5}"/>
                </a:ext>
              </a:extLst>
            </p:cNvPr>
            <p:cNvSpPr/>
            <p:nvPr/>
          </p:nvSpPr>
          <p:spPr>
            <a:xfrm>
              <a:off x="6054289" y="4359495"/>
              <a:ext cx="1907311" cy="183076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2297727-AA7B-B14E-9265-A19BDC04C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4705345"/>
              <a:ext cx="1783850" cy="988873"/>
            </a:xfrm>
            <a:prstGeom prst="rect">
              <a:avLst/>
            </a:prstGeom>
          </p:spPr>
        </p:pic>
      </p:grp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B594E2D-9EC4-6447-BCD3-065C53BEA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60" y="2496052"/>
            <a:ext cx="1241356" cy="103154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03B021D-028B-2447-9E5D-6183213C7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801" y="2324333"/>
            <a:ext cx="1384300" cy="1384300"/>
          </a:xfrm>
          <a:prstGeom prst="rect">
            <a:avLst/>
          </a:prstGeom>
        </p:spPr>
      </p:pic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1C3CD1F2-FEA8-8D43-8B3D-C2A0F47CE571}"/>
              </a:ext>
            </a:extLst>
          </p:cNvPr>
          <p:cNvSpPr/>
          <p:nvPr/>
        </p:nvSpPr>
        <p:spPr>
          <a:xfrm>
            <a:off x="7397502" y="284760"/>
            <a:ext cx="1907311" cy="18307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8C9A7EE8-CA9F-9042-BA5D-C2E7BA347C1B}"/>
              </a:ext>
            </a:extLst>
          </p:cNvPr>
          <p:cNvSpPr/>
          <p:nvPr/>
        </p:nvSpPr>
        <p:spPr>
          <a:xfrm>
            <a:off x="4980461" y="284760"/>
            <a:ext cx="1907311" cy="18307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29D1C91-BAC9-7644-B3E8-B3D453857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8527" y="428944"/>
            <a:ext cx="991177" cy="147111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2BA3376-5B70-E742-9A6F-705958F3E3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8357" y="460547"/>
            <a:ext cx="1625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2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93 -0.01759 L -0.26237 0.0395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15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</Words>
  <Application>Microsoft Macintosh PowerPoint</Application>
  <PresentationFormat>Широкоэкранный</PresentationFormat>
  <Paragraphs>3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Для распечатки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2026-06-14T09:02:24Z</dcterms:created>
  <dcterms:modified xsi:type="dcterms:W3CDTF">2026-06-14T09:16:46Z</dcterms:modified>
</cp:coreProperties>
</file>