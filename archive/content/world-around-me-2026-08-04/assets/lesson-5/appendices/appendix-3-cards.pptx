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2" r:id="rId2"/>
    <p:sldId id="256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6170"/>
  </p:normalViewPr>
  <p:slideViewPr>
    <p:cSldViewPr snapToGrid="0" snapToObjects="1">
      <p:cViewPr varScale="1">
        <p:scale>
          <a:sx n="123" d="100"/>
          <a:sy n="123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7A589-2601-CC4A-824B-D3165678A057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4F560-DA18-FD4F-B244-6B3F8F9F05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57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Шаг 7. На слайде картинка с разноцветными картинками цветом, луга, дерева и травы. Учитель просить </a:t>
            </a:r>
            <a:r>
              <a:rPr lang="zh-CN" sz="1800" dirty="0">
                <a:solidFill>
                  <a:srgbClr val="000000"/>
                </a:solidFill>
                <a:effectLst/>
                <a:ea typeface="Gungsuh" panose="02030600000101010101" pitchFamily="18" charset="-127"/>
                <a:cs typeface="Gungsuh" panose="02030600000101010101" pitchFamily="18" charset="-127"/>
              </a:rPr>
              <a:t>请给我花</a:t>
            </a:r>
            <a:r>
              <a:rPr lang="ru-RU" dirty="0">
                <a:effectLst/>
              </a:rPr>
              <a:t> (подай, пожалуйста, цветок). Ребенок должен кликнуть на картинку, она должна выделится (чтобы учитель понял, какую картинку выбрал ребенок)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41E4C1-0886-0049-9CDE-E16B46574F5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770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4A3F24-05B0-D346-ADC4-6CCCC1664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2F190C-5DE4-8D42-9739-2628C5416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6C623B-C712-2C4B-93D5-7429E0A6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FCBCD5-C2D5-F448-BC8C-1779AA61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CF95BA-D2F1-6249-B5F4-3CF5605D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658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EEAD97-8401-A745-BF96-BCF1FC97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4E8E44-07A5-F549-B35E-E19EE4415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38971F-4020-6D4C-85E8-F6A6EC08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3ABE0A-9714-5448-B445-65865FC1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21D67D-D0CA-EF44-995A-E27D7A4A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751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E0C1F-7CE4-6047-A439-FA6C72536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80AFF5-06D7-1145-969C-8B2424DB3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482790-310F-8E42-BC69-7E2D375E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5E4BFA-60DD-054B-966C-EAC1B88B2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954C9A-2485-2348-A16B-C6D62124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66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25FE5-E046-794C-A5A9-F8ADBC77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866E4F-D5E5-A147-830F-802B4095B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D71E95-595E-5A47-9A97-E17A57FA9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67122D-0673-9642-A247-69D9EF0B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AB401D-69D6-E746-9557-D4C771C4E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634309-E140-9E4D-B276-63FBA7B1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86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DBBB6A-B24E-9349-A6B9-0965061D9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41FF0B-2A53-0943-A7E4-59556D882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88DC53-0C44-7A44-B0AD-9993BAD65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E107DF-B13E-DC46-96E0-738863DD4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FC2555-B3B4-134C-B0E6-D61C4F084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CDD41E3-C273-3F49-A1B8-A57FAB1F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5AEF07C-FD07-3147-B125-9B773608A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4BEC9EC-2B27-E644-BFC1-A3610F46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448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6E641-379B-4043-89D8-CD1941F60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2AD1BD-A98F-C246-8037-C8A4E58E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3E08C5E-0718-644E-9235-AD2AAB98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9B19BE-C531-6E4B-A0F9-16A1C4F2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0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E0C03B2-0C66-4D42-A24B-BD9F5DCE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628990-71DD-314B-AFB2-D371D4E1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30B694-A155-1445-817C-71524DED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53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466D9-64BA-FD47-8B0D-E6E7B2BCF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B82FB6-44E7-9A46-88ED-3E53413E7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FBCC6F-150E-2E47-BA57-E8644F6EA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C99B3F-C943-324F-BB7E-033E41913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6FEFAB-9351-D545-9981-ABA1B6D25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48C203-EE4D-CE41-AD5D-C1CD6A17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41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49F9A-34E4-DE40-80FB-E974D2A11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7E60516-E160-A44F-80D1-685A22EF3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A32A26-F12E-6A48-8CC9-E2740EEE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372761-1FC3-614E-A02C-5A96AE92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6FE02E-EC19-7845-8630-EC7FC1676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710AA2-552C-144F-A4B9-7DD85809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5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58661-1ECA-9947-93ED-3FBD85A0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8E8859-EB25-B84F-B013-CFDE9A971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8AA138-9F31-F343-B2DC-6EC1F59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A55AD-DD3F-6847-BD63-17A1FB56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D09D43-0C90-7648-8DBD-AF360AA6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614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1138B8C-D512-8B40-B099-B6B56C5D3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B29D55-916C-BF42-B1C5-CEE128604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2AFBEA-8EB1-724F-97CE-69B860A6B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C097C3-E556-4C48-BCBF-6EC72627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CABBCD-300B-FE4A-9F4E-CAD921AE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00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9B0BE-DFFE-594F-B957-63DBFFD6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0A9208-CAD0-3B4B-BBB3-EA424FE6C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789203-C9A6-6746-AC27-E8490B7F8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D3003-55FF-204C-ADA9-228D8ABF957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337183-70F8-E24D-BF3D-51E1F738C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5F82AB-9B6B-9C41-B55A-C2C4AF651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62062-46B9-FF40-9899-AFD53109B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0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56A621B-D916-EB45-89D5-91C98229B8E1}"/>
              </a:ext>
            </a:extLst>
          </p:cNvPr>
          <p:cNvSpPr/>
          <p:nvPr/>
        </p:nvSpPr>
        <p:spPr>
          <a:xfrm>
            <a:off x="1542362" y="264404"/>
            <a:ext cx="3478514" cy="3091859"/>
          </a:xfrm>
          <a:prstGeom prst="roundRect">
            <a:avLst/>
          </a:prstGeom>
          <a:ln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71912471">
                  <a:custGeom>
                    <a:avLst/>
                    <a:gdLst>
                      <a:gd name="connsiteX0" fmla="*/ 0 w 3478514"/>
                      <a:gd name="connsiteY0" fmla="*/ 515320 h 3091859"/>
                      <a:gd name="connsiteX1" fmla="*/ 515320 w 3478514"/>
                      <a:gd name="connsiteY1" fmla="*/ 0 h 3091859"/>
                      <a:gd name="connsiteX2" fmla="*/ 931459 w 3478514"/>
                      <a:gd name="connsiteY2" fmla="*/ 0 h 3091859"/>
                      <a:gd name="connsiteX3" fmla="*/ 1396555 w 3478514"/>
                      <a:gd name="connsiteY3" fmla="*/ 0 h 3091859"/>
                      <a:gd name="connsiteX4" fmla="*/ 1910608 w 3478514"/>
                      <a:gd name="connsiteY4" fmla="*/ 0 h 3091859"/>
                      <a:gd name="connsiteX5" fmla="*/ 2424662 w 3478514"/>
                      <a:gd name="connsiteY5" fmla="*/ 0 h 3091859"/>
                      <a:gd name="connsiteX6" fmla="*/ 2963194 w 3478514"/>
                      <a:gd name="connsiteY6" fmla="*/ 0 h 3091859"/>
                      <a:gd name="connsiteX7" fmla="*/ 3478514 w 3478514"/>
                      <a:gd name="connsiteY7" fmla="*/ 515320 h 3091859"/>
                      <a:gd name="connsiteX8" fmla="*/ 3478514 w 3478514"/>
                      <a:gd name="connsiteY8" fmla="*/ 1030625 h 3091859"/>
                      <a:gd name="connsiteX9" fmla="*/ 3478514 w 3478514"/>
                      <a:gd name="connsiteY9" fmla="*/ 1587154 h 3091859"/>
                      <a:gd name="connsiteX10" fmla="*/ 3478514 w 3478514"/>
                      <a:gd name="connsiteY10" fmla="*/ 2576539 h 3091859"/>
                      <a:gd name="connsiteX11" fmla="*/ 2963194 w 3478514"/>
                      <a:gd name="connsiteY11" fmla="*/ 3091859 h 3091859"/>
                      <a:gd name="connsiteX12" fmla="*/ 2473619 w 3478514"/>
                      <a:gd name="connsiteY12" fmla="*/ 3091859 h 3091859"/>
                      <a:gd name="connsiteX13" fmla="*/ 1935087 w 3478514"/>
                      <a:gd name="connsiteY13" fmla="*/ 3091859 h 3091859"/>
                      <a:gd name="connsiteX14" fmla="*/ 1396555 w 3478514"/>
                      <a:gd name="connsiteY14" fmla="*/ 3091859 h 3091859"/>
                      <a:gd name="connsiteX15" fmla="*/ 515320 w 3478514"/>
                      <a:gd name="connsiteY15" fmla="*/ 3091859 h 3091859"/>
                      <a:gd name="connsiteX16" fmla="*/ 0 w 3478514"/>
                      <a:gd name="connsiteY16" fmla="*/ 2576539 h 3091859"/>
                      <a:gd name="connsiteX17" fmla="*/ 0 w 3478514"/>
                      <a:gd name="connsiteY17" fmla="*/ 2081846 h 3091859"/>
                      <a:gd name="connsiteX18" fmla="*/ 0 w 3478514"/>
                      <a:gd name="connsiteY18" fmla="*/ 1628378 h 3091859"/>
                      <a:gd name="connsiteX19" fmla="*/ 0 w 3478514"/>
                      <a:gd name="connsiteY19" fmla="*/ 1092461 h 3091859"/>
                      <a:gd name="connsiteX20" fmla="*/ 0 w 3478514"/>
                      <a:gd name="connsiteY20" fmla="*/ 515320 h 30918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478514" h="3091859" fill="none" extrusionOk="0">
                        <a:moveTo>
                          <a:pt x="0" y="515320"/>
                        </a:moveTo>
                        <a:cubicBezTo>
                          <a:pt x="-7761" y="292952"/>
                          <a:pt x="244391" y="94"/>
                          <a:pt x="515320" y="0"/>
                        </a:cubicBezTo>
                        <a:cubicBezTo>
                          <a:pt x="649916" y="-33853"/>
                          <a:pt x="808114" y="1301"/>
                          <a:pt x="931459" y="0"/>
                        </a:cubicBezTo>
                        <a:cubicBezTo>
                          <a:pt x="1054804" y="-1301"/>
                          <a:pt x="1252653" y="36420"/>
                          <a:pt x="1396555" y="0"/>
                        </a:cubicBezTo>
                        <a:cubicBezTo>
                          <a:pt x="1540457" y="-36420"/>
                          <a:pt x="1689325" y="35385"/>
                          <a:pt x="1910608" y="0"/>
                        </a:cubicBezTo>
                        <a:cubicBezTo>
                          <a:pt x="2131891" y="-35385"/>
                          <a:pt x="2213836" y="3275"/>
                          <a:pt x="2424662" y="0"/>
                        </a:cubicBezTo>
                        <a:cubicBezTo>
                          <a:pt x="2635488" y="-3275"/>
                          <a:pt x="2746449" y="6554"/>
                          <a:pt x="2963194" y="0"/>
                        </a:cubicBezTo>
                        <a:cubicBezTo>
                          <a:pt x="3272025" y="-22723"/>
                          <a:pt x="3469953" y="245670"/>
                          <a:pt x="3478514" y="515320"/>
                        </a:cubicBezTo>
                        <a:cubicBezTo>
                          <a:pt x="3531248" y="660003"/>
                          <a:pt x="3461372" y="906696"/>
                          <a:pt x="3478514" y="1030625"/>
                        </a:cubicBezTo>
                        <a:cubicBezTo>
                          <a:pt x="3495656" y="1154555"/>
                          <a:pt x="3413818" y="1352999"/>
                          <a:pt x="3478514" y="1587154"/>
                        </a:cubicBezTo>
                        <a:cubicBezTo>
                          <a:pt x="3543210" y="1821309"/>
                          <a:pt x="3444359" y="2263737"/>
                          <a:pt x="3478514" y="2576539"/>
                        </a:cubicBezTo>
                        <a:cubicBezTo>
                          <a:pt x="3468253" y="2856099"/>
                          <a:pt x="3268394" y="3091933"/>
                          <a:pt x="2963194" y="3091859"/>
                        </a:cubicBezTo>
                        <a:cubicBezTo>
                          <a:pt x="2788440" y="3132722"/>
                          <a:pt x="2627066" y="3067117"/>
                          <a:pt x="2473619" y="3091859"/>
                        </a:cubicBezTo>
                        <a:cubicBezTo>
                          <a:pt x="2320172" y="3116601"/>
                          <a:pt x="2177640" y="3050109"/>
                          <a:pt x="1935087" y="3091859"/>
                        </a:cubicBezTo>
                        <a:cubicBezTo>
                          <a:pt x="1692534" y="3133609"/>
                          <a:pt x="1565878" y="3088904"/>
                          <a:pt x="1396555" y="3091859"/>
                        </a:cubicBezTo>
                        <a:cubicBezTo>
                          <a:pt x="1227232" y="3094814"/>
                          <a:pt x="778405" y="3067537"/>
                          <a:pt x="515320" y="3091859"/>
                        </a:cubicBezTo>
                        <a:cubicBezTo>
                          <a:pt x="225200" y="3080571"/>
                          <a:pt x="42321" y="2844009"/>
                          <a:pt x="0" y="2576539"/>
                        </a:cubicBezTo>
                        <a:cubicBezTo>
                          <a:pt x="-16835" y="2347822"/>
                          <a:pt x="32873" y="2303244"/>
                          <a:pt x="0" y="2081846"/>
                        </a:cubicBezTo>
                        <a:cubicBezTo>
                          <a:pt x="-32873" y="1860448"/>
                          <a:pt x="41514" y="1754177"/>
                          <a:pt x="0" y="1628378"/>
                        </a:cubicBezTo>
                        <a:cubicBezTo>
                          <a:pt x="-41514" y="1502579"/>
                          <a:pt x="16125" y="1249192"/>
                          <a:pt x="0" y="1092461"/>
                        </a:cubicBezTo>
                        <a:cubicBezTo>
                          <a:pt x="-16125" y="935730"/>
                          <a:pt x="66257" y="740564"/>
                          <a:pt x="0" y="515320"/>
                        </a:cubicBezTo>
                        <a:close/>
                      </a:path>
                      <a:path w="3478514" h="3091859" stroke="0" extrusionOk="0">
                        <a:moveTo>
                          <a:pt x="0" y="515320"/>
                        </a:moveTo>
                        <a:cubicBezTo>
                          <a:pt x="8396" y="216903"/>
                          <a:pt x="288688" y="55406"/>
                          <a:pt x="515320" y="0"/>
                        </a:cubicBezTo>
                        <a:cubicBezTo>
                          <a:pt x="686691" y="-37126"/>
                          <a:pt x="898525" y="1865"/>
                          <a:pt x="1053852" y="0"/>
                        </a:cubicBezTo>
                        <a:cubicBezTo>
                          <a:pt x="1209179" y="-1865"/>
                          <a:pt x="1382090" y="35682"/>
                          <a:pt x="1469991" y="0"/>
                        </a:cubicBezTo>
                        <a:cubicBezTo>
                          <a:pt x="1557892" y="-35682"/>
                          <a:pt x="1704283" y="13700"/>
                          <a:pt x="1935087" y="0"/>
                        </a:cubicBezTo>
                        <a:cubicBezTo>
                          <a:pt x="2165891" y="-13700"/>
                          <a:pt x="2303501" y="20256"/>
                          <a:pt x="2400183" y="0"/>
                        </a:cubicBezTo>
                        <a:cubicBezTo>
                          <a:pt x="2496865" y="-20256"/>
                          <a:pt x="2803663" y="8498"/>
                          <a:pt x="2963194" y="0"/>
                        </a:cubicBezTo>
                        <a:cubicBezTo>
                          <a:pt x="3204446" y="28369"/>
                          <a:pt x="3521070" y="205120"/>
                          <a:pt x="3478514" y="515320"/>
                        </a:cubicBezTo>
                        <a:cubicBezTo>
                          <a:pt x="3485921" y="712935"/>
                          <a:pt x="3428851" y="911007"/>
                          <a:pt x="3478514" y="1051237"/>
                        </a:cubicBezTo>
                        <a:cubicBezTo>
                          <a:pt x="3528177" y="1191467"/>
                          <a:pt x="3436513" y="1464330"/>
                          <a:pt x="3478514" y="1587154"/>
                        </a:cubicBezTo>
                        <a:cubicBezTo>
                          <a:pt x="3520515" y="1709978"/>
                          <a:pt x="3476460" y="1960521"/>
                          <a:pt x="3478514" y="2061234"/>
                        </a:cubicBezTo>
                        <a:cubicBezTo>
                          <a:pt x="3480568" y="2161947"/>
                          <a:pt x="3468247" y="2368458"/>
                          <a:pt x="3478514" y="2576539"/>
                        </a:cubicBezTo>
                        <a:cubicBezTo>
                          <a:pt x="3430318" y="2811667"/>
                          <a:pt x="3247423" y="3064219"/>
                          <a:pt x="2963194" y="3091859"/>
                        </a:cubicBezTo>
                        <a:cubicBezTo>
                          <a:pt x="2786852" y="3127275"/>
                          <a:pt x="2675924" y="3060704"/>
                          <a:pt x="2449140" y="3091859"/>
                        </a:cubicBezTo>
                        <a:cubicBezTo>
                          <a:pt x="2222356" y="3123014"/>
                          <a:pt x="2144742" y="3062237"/>
                          <a:pt x="1959566" y="3091859"/>
                        </a:cubicBezTo>
                        <a:cubicBezTo>
                          <a:pt x="1774390" y="3121481"/>
                          <a:pt x="1683257" y="3080096"/>
                          <a:pt x="1469991" y="3091859"/>
                        </a:cubicBezTo>
                        <a:cubicBezTo>
                          <a:pt x="1256725" y="3103622"/>
                          <a:pt x="1178680" y="3078931"/>
                          <a:pt x="1053852" y="3091859"/>
                        </a:cubicBezTo>
                        <a:cubicBezTo>
                          <a:pt x="929024" y="3104787"/>
                          <a:pt x="716086" y="3081328"/>
                          <a:pt x="515320" y="3091859"/>
                        </a:cubicBezTo>
                        <a:cubicBezTo>
                          <a:pt x="249678" y="3088636"/>
                          <a:pt x="50694" y="2850504"/>
                          <a:pt x="0" y="2576539"/>
                        </a:cubicBezTo>
                        <a:cubicBezTo>
                          <a:pt x="-33604" y="2388588"/>
                          <a:pt x="3552" y="2281325"/>
                          <a:pt x="0" y="2020010"/>
                        </a:cubicBezTo>
                        <a:cubicBezTo>
                          <a:pt x="-3552" y="1758695"/>
                          <a:pt x="29888" y="1729799"/>
                          <a:pt x="0" y="1463481"/>
                        </a:cubicBezTo>
                        <a:cubicBezTo>
                          <a:pt x="-29888" y="1197163"/>
                          <a:pt x="51148" y="967629"/>
                          <a:pt x="0" y="51532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20CE3587-CB54-6A41-BA2A-1D38F46C8B44}"/>
              </a:ext>
            </a:extLst>
          </p:cNvPr>
          <p:cNvSpPr/>
          <p:nvPr/>
        </p:nvSpPr>
        <p:spPr>
          <a:xfrm>
            <a:off x="5972978" y="264405"/>
            <a:ext cx="3478513" cy="2981898"/>
          </a:xfrm>
          <a:prstGeom prst="roundRect">
            <a:avLst/>
          </a:prstGeom>
          <a:ln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71912471">
                  <a:custGeom>
                    <a:avLst/>
                    <a:gdLst>
                      <a:gd name="connsiteX0" fmla="*/ 0 w 3478513"/>
                      <a:gd name="connsiteY0" fmla="*/ 496993 h 2981898"/>
                      <a:gd name="connsiteX1" fmla="*/ 496993 w 3478513"/>
                      <a:gd name="connsiteY1" fmla="*/ 0 h 2981898"/>
                      <a:gd name="connsiteX2" fmla="*/ 919363 w 3478513"/>
                      <a:gd name="connsiteY2" fmla="*/ 0 h 2981898"/>
                      <a:gd name="connsiteX3" fmla="*/ 1391423 w 3478513"/>
                      <a:gd name="connsiteY3" fmla="*/ 0 h 2981898"/>
                      <a:gd name="connsiteX4" fmla="*/ 1913173 w 3478513"/>
                      <a:gd name="connsiteY4" fmla="*/ 0 h 2981898"/>
                      <a:gd name="connsiteX5" fmla="*/ 2434924 w 3478513"/>
                      <a:gd name="connsiteY5" fmla="*/ 0 h 2981898"/>
                      <a:gd name="connsiteX6" fmla="*/ 2981520 w 3478513"/>
                      <a:gd name="connsiteY6" fmla="*/ 0 h 2981898"/>
                      <a:gd name="connsiteX7" fmla="*/ 3478513 w 3478513"/>
                      <a:gd name="connsiteY7" fmla="*/ 496993 h 2981898"/>
                      <a:gd name="connsiteX8" fmla="*/ 3478513 w 3478513"/>
                      <a:gd name="connsiteY8" fmla="*/ 993971 h 2981898"/>
                      <a:gd name="connsiteX9" fmla="*/ 3478513 w 3478513"/>
                      <a:gd name="connsiteY9" fmla="*/ 1530707 h 2981898"/>
                      <a:gd name="connsiteX10" fmla="*/ 3478513 w 3478513"/>
                      <a:gd name="connsiteY10" fmla="*/ 2484905 h 2981898"/>
                      <a:gd name="connsiteX11" fmla="*/ 2981520 w 3478513"/>
                      <a:gd name="connsiteY11" fmla="*/ 2981898 h 2981898"/>
                      <a:gd name="connsiteX12" fmla="*/ 2484615 w 3478513"/>
                      <a:gd name="connsiteY12" fmla="*/ 2981898 h 2981898"/>
                      <a:gd name="connsiteX13" fmla="*/ 1938019 w 3478513"/>
                      <a:gd name="connsiteY13" fmla="*/ 2981898 h 2981898"/>
                      <a:gd name="connsiteX14" fmla="*/ 1391423 w 3478513"/>
                      <a:gd name="connsiteY14" fmla="*/ 2981898 h 2981898"/>
                      <a:gd name="connsiteX15" fmla="*/ 496993 w 3478513"/>
                      <a:gd name="connsiteY15" fmla="*/ 2981898 h 2981898"/>
                      <a:gd name="connsiteX16" fmla="*/ 0 w 3478513"/>
                      <a:gd name="connsiteY16" fmla="*/ 2484905 h 2981898"/>
                      <a:gd name="connsiteX17" fmla="*/ 0 w 3478513"/>
                      <a:gd name="connsiteY17" fmla="*/ 2007806 h 2981898"/>
                      <a:gd name="connsiteX18" fmla="*/ 0 w 3478513"/>
                      <a:gd name="connsiteY18" fmla="*/ 1570465 h 2981898"/>
                      <a:gd name="connsiteX19" fmla="*/ 0 w 3478513"/>
                      <a:gd name="connsiteY19" fmla="*/ 1053608 h 2981898"/>
                      <a:gd name="connsiteX20" fmla="*/ 0 w 3478513"/>
                      <a:gd name="connsiteY20" fmla="*/ 496993 h 29818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478513" h="2981898" fill="none" extrusionOk="0">
                        <a:moveTo>
                          <a:pt x="0" y="496993"/>
                        </a:moveTo>
                        <a:cubicBezTo>
                          <a:pt x="-2463" y="242261"/>
                          <a:pt x="298843" y="527"/>
                          <a:pt x="496993" y="0"/>
                        </a:cubicBezTo>
                        <a:cubicBezTo>
                          <a:pt x="707818" y="-7683"/>
                          <a:pt x="728088" y="29989"/>
                          <a:pt x="919363" y="0"/>
                        </a:cubicBezTo>
                        <a:cubicBezTo>
                          <a:pt x="1110638" y="-29989"/>
                          <a:pt x="1211711" y="32147"/>
                          <a:pt x="1391423" y="0"/>
                        </a:cubicBezTo>
                        <a:cubicBezTo>
                          <a:pt x="1571135" y="-32147"/>
                          <a:pt x="1757244" y="6067"/>
                          <a:pt x="1913173" y="0"/>
                        </a:cubicBezTo>
                        <a:cubicBezTo>
                          <a:pt x="2069102" y="-6067"/>
                          <a:pt x="2249137" y="61265"/>
                          <a:pt x="2434924" y="0"/>
                        </a:cubicBezTo>
                        <a:cubicBezTo>
                          <a:pt x="2620711" y="-61265"/>
                          <a:pt x="2787180" y="31739"/>
                          <a:pt x="2981520" y="0"/>
                        </a:cubicBezTo>
                        <a:cubicBezTo>
                          <a:pt x="3294522" y="-36128"/>
                          <a:pt x="3441534" y="287100"/>
                          <a:pt x="3478513" y="496993"/>
                        </a:cubicBezTo>
                        <a:cubicBezTo>
                          <a:pt x="3534715" y="652544"/>
                          <a:pt x="3450960" y="799520"/>
                          <a:pt x="3478513" y="993971"/>
                        </a:cubicBezTo>
                        <a:cubicBezTo>
                          <a:pt x="3506066" y="1188422"/>
                          <a:pt x="3417688" y="1374944"/>
                          <a:pt x="3478513" y="1530707"/>
                        </a:cubicBezTo>
                        <a:cubicBezTo>
                          <a:pt x="3539338" y="1686470"/>
                          <a:pt x="3455211" y="2029988"/>
                          <a:pt x="3478513" y="2484905"/>
                        </a:cubicBezTo>
                        <a:cubicBezTo>
                          <a:pt x="3426622" y="2733884"/>
                          <a:pt x="3300871" y="2982058"/>
                          <a:pt x="2981520" y="2981898"/>
                        </a:cubicBezTo>
                        <a:cubicBezTo>
                          <a:pt x="2815639" y="3027850"/>
                          <a:pt x="2658696" y="2980066"/>
                          <a:pt x="2484615" y="2981898"/>
                        </a:cubicBezTo>
                        <a:cubicBezTo>
                          <a:pt x="2310534" y="2983730"/>
                          <a:pt x="2106856" y="2977672"/>
                          <a:pt x="1938019" y="2981898"/>
                        </a:cubicBezTo>
                        <a:cubicBezTo>
                          <a:pt x="1769182" y="2986124"/>
                          <a:pt x="1616907" y="2960273"/>
                          <a:pt x="1391423" y="2981898"/>
                        </a:cubicBezTo>
                        <a:cubicBezTo>
                          <a:pt x="1165939" y="3003523"/>
                          <a:pt x="702199" y="2918920"/>
                          <a:pt x="496993" y="2981898"/>
                        </a:cubicBezTo>
                        <a:cubicBezTo>
                          <a:pt x="197140" y="2929991"/>
                          <a:pt x="47235" y="2740265"/>
                          <a:pt x="0" y="2484905"/>
                        </a:cubicBezTo>
                        <a:cubicBezTo>
                          <a:pt x="-38681" y="2305325"/>
                          <a:pt x="34601" y="2139414"/>
                          <a:pt x="0" y="2007806"/>
                        </a:cubicBezTo>
                        <a:cubicBezTo>
                          <a:pt x="-34601" y="1876198"/>
                          <a:pt x="10211" y="1719518"/>
                          <a:pt x="0" y="1570465"/>
                        </a:cubicBezTo>
                        <a:cubicBezTo>
                          <a:pt x="-10211" y="1421412"/>
                          <a:pt x="27230" y="1161591"/>
                          <a:pt x="0" y="1053608"/>
                        </a:cubicBezTo>
                        <a:cubicBezTo>
                          <a:pt x="-27230" y="945625"/>
                          <a:pt x="11726" y="665049"/>
                          <a:pt x="0" y="496993"/>
                        </a:cubicBezTo>
                        <a:close/>
                      </a:path>
                      <a:path w="3478513" h="2981898" stroke="0" extrusionOk="0">
                        <a:moveTo>
                          <a:pt x="0" y="496993"/>
                        </a:moveTo>
                        <a:cubicBezTo>
                          <a:pt x="7162" y="210727"/>
                          <a:pt x="251059" y="27285"/>
                          <a:pt x="496993" y="0"/>
                        </a:cubicBezTo>
                        <a:cubicBezTo>
                          <a:pt x="740385" y="-28178"/>
                          <a:pt x="866894" y="31193"/>
                          <a:pt x="1043589" y="0"/>
                        </a:cubicBezTo>
                        <a:cubicBezTo>
                          <a:pt x="1220284" y="-31193"/>
                          <a:pt x="1273525" y="4624"/>
                          <a:pt x="1465959" y="0"/>
                        </a:cubicBezTo>
                        <a:cubicBezTo>
                          <a:pt x="1658393" y="-4624"/>
                          <a:pt x="1823614" y="1404"/>
                          <a:pt x="1938019" y="0"/>
                        </a:cubicBezTo>
                        <a:cubicBezTo>
                          <a:pt x="2052424" y="-1404"/>
                          <a:pt x="2268095" y="4765"/>
                          <a:pt x="2410079" y="0"/>
                        </a:cubicBezTo>
                        <a:cubicBezTo>
                          <a:pt x="2552063" y="-4765"/>
                          <a:pt x="2822091" y="24417"/>
                          <a:pt x="2981520" y="0"/>
                        </a:cubicBezTo>
                        <a:cubicBezTo>
                          <a:pt x="3201284" y="35807"/>
                          <a:pt x="3489309" y="216017"/>
                          <a:pt x="3478513" y="496993"/>
                        </a:cubicBezTo>
                        <a:cubicBezTo>
                          <a:pt x="3491238" y="718805"/>
                          <a:pt x="3452653" y="804669"/>
                          <a:pt x="3478513" y="1013850"/>
                        </a:cubicBezTo>
                        <a:cubicBezTo>
                          <a:pt x="3504373" y="1223031"/>
                          <a:pt x="3476299" y="1391913"/>
                          <a:pt x="3478513" y="1530707"/>
                        </a:cubicBezTo>
                        <a:cubicBezTo>
                          <a:pt x="3480727" y="1669501"/>
                          <a:pt x="3473883" y="1859357"/>
                          <a:pt x="3478513" y="1987927"/>
                        </a:cubicBezTo>
                        <a:cubicBezTo>
                          <a:pt x="3483143" y="2116497"/>
                          <a:pt x="3467931" y="2249762"/>
                          <a:pt x="3478513" y="2484905"/>
                        </a:cubicBezTo>
                        <a:cubicBezTo>
                          <a:pt x="3454319" y="2734552"/>
                          <a:pt x="3255401" y="2937459"/>
                          <a:pt x="2981520" y="2981898"/>
                        </a:cubicBezTo>
                        <a:cubicBezTo>
                          <a:pt x="2820884" y="2999190"/>
                          <a:pt x="2578233" y="2924998"/>
                          <a:pt x="2459769" y="2981898"/>
                        </a:cubicBezTo>
                        <a:cubicBezTo>
                          <a:pt x="2341305" y="3038798"/>
                          <a:pt x="2114659" y="2944526"/>
                          <a:pt x="1962864" y="2981898"/>
                        </a:cubicBezTo>
                        <a:cubicBezTo>
                          <a:pt x="1811069" y="3019270"/>
                          <a:pt x="1584265" y="2971699"/>
                          <a:pt x="1465959" y="2981898"/>
                        </a:cubicBezTo>
                        <a:cubicBezTo>
                          <a:pt x="1347654" y="2992097"/>
                          <a:pt x="1214227" y="2959162"/>
                          <a:pt x="1043589" y="2981898"/>
                        </a:cubicBezTo>
                        <a:cubicBezTo>
                          <a:pt x="872951" y="3004634"/>
                          <a:pt x="689358" y="2942187"/>
                          <a:pt x="496993" y="2981898"/>
                        </a:cubicBezTo>
                        <a:cubicBezTo>
                          <a:pt x="255228" y="2976337"/>
                          <a:pt x="39629" y="2751071"/>
                          <a:pt x="0" y="2484905"/>
                        </a:cubicBezTo>
                        <a:cubicBezTo>
                          <a:pt x="-54686" y="2219131"/>
                          <a:pt x="8151" y="2199559"/>
                          <a:pt x="0" y="1948169"/>
                        </a:cubicBezTo>
                        <a:cubicBezTo>
                          <a:pt x="-8151" y="1696779"/>
                          <a:pt x="15394" y="1607365"/>
                          <a:pt x="0" y="1411433"/>
                        </a:cubicBezTo>
                        <a:cubicBezTo>
                          <a:pt x="-15394" y="1215501"/>
                          <a:pt x="73610" y="690678"/>
                          <a:pt x="0" y="49699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9578B9A1-29F8-6E4A-8A46-318509DEEBC3}"/>
              </a:ext>
            </a:extLst>
          </p:cNvPr>
          <p:cNvSpPr/>
          <p:nvPr/>
        </p:nvSpPr>
        <p:spPr>
          <a:xfrm>
            <a:off x="1542361" y="3611697"/>
            <a:ext cx="3478513" cy="3091858"/>
          </a:xfrm>
          <a:prstGeom prst="roundRect">
            <a:avLst/>
          </a:prstGeom>
          <a:ln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71912471">
                  <a:custGeom>
                    <a:avLst/>
                    <a:gdLst>
                      <a:gd name="connsiteX0" fmla="*/ 0 w 3478513"/>
                      <a:gd name="connsiteY0" fmla="*/ 515320 h 3091858"/>
                      <a:gd name="connsiteX1" fmla="*/ 515320 w 3478513"/>
                      <a:gd name="connsiteY1" fmla="*/ 0 h 3091858"/>
                      <a:gd name="connsiteX2" fmla="*/ 931458 w 3478513"/>
                      <a:gd name="connsiteY2" fmla="*/ 0 h 3091858"/>
                      <a:gd name="connsiteX3" fmla="*/ 1396554 w 3478513"/>
                      <a:gd name="connsiteY3" fmla="*/ 0 h 3091858"/>
                      <a:gd name="connsiteX4" fmla="*/ 1910608 w 3478513"/>
                      <a:gd name="connsiteY4" fmla="*/ 0 h 3091858"/>
                      <a:gd name="connsiteX5" fmla="*/ 2424661 w 3478513"/>
                      <a:gd name="connsiteY5" fmla="*/ 0 h 3091858"/>
                      <a:gd name="connsiteX6" fmla="*/ 2963193 w 3478513"/>
                      <a:gd name="connsiteY6" fmla="*/ 0 h 3091858"/>
                      <a:gd name="connsiteX7" fmla="*/ 3478513 w 3478513"/>
                      <a:gd name="connsiteY7" fmla="*/ 515320 h 3091858"/>
                      <a:gd name="connsiteX8" fmla="*/ 3478513 w 3478513"/>
                      <a:gd name="connsiteY8" fmla="*/ 1030625 h 3091858"/>
                      <a:gd name="connsiteX9" fmla="*/ 3478513 w 3478513"/>
                      <a:gd name="connsiteY9" fmla="*/ 1587153 h 3091858"/>
                      <a:gd name="connsiteX10" fmla="*/ 3478513 w 3478513"/>
                      <a:gd name="connsiteY10" fmla="*/ 2576538 h 3091858"/>
                      <a:gd name="connsiteX11" fmla="*/ 2963193 w 3478513"/>
                      <a:gd name="connsiteY11" fmla="*/ 3091858 h 3091858"/>
                      <a:gd name="connsiteX12" fmla="*/ 2473618 w 3478513"/>
                      <a:gd name="connsiteY12" fmla="*/ 3091858 h 3091858"/>
                      <a:gd name="connsiteX13" fmla="*/ 1935086 w 3478513"/>
                      <a:gd name="connsiteY13" fmla="*/ 3091858 h 3091858"/>
                      <a:gd name="connsiteX14" fmla="*/ 1396554 w 3478513"/>
                      <a:gd name="connsiteY14" fmla="*/ 3091858 h 3091858"/>
                      <a:gd name="connsiteX15" fmla="*/ 515320 w 3478513"/>
                      <a:gd name="connsiteY15" fmla="*/ 3091858 h 3091858"/>
                      <a:gd name="connsiteX16" fmla="*/ 0 w 3478513"/>
                      <a:gd name="connsiteY16" fmla="*/ 2576538 h 3091858"/>
                      <a:gd name="connsiteX17" fmla="*/ 0 w 3478513"/>
                      <a:gd name="connsiteY17" fmla="*/ 2081846 h 3091858"/>
                      <a:gd name="connsiteX18" fmla="*/ 0 w 3478513"/>
                      <a:gd name="connsiteY18" fmla="*/ 1628378 h 3091858"/>
                      <a:gd name="connsiteX19" fmla="*/ 0 w 3478513"/>
                      <a:gd name="connsiteY19" fmla="*/ 1092461 h 3091858"/>
                      <a:gd name="connsiteX20" fmla="*/ 0 w 3478513"/>
                      <a:gd name="connsiteY20" fmla="*/ 515320 h 30918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478513" h="3091858" fill="none" extrusionOk="0">
                        <a:moveTo>
                          <a:pt x="0" y="515320"/>
                        </a:moveTo>
                        <a:cubicBezTo>
                          <a:pt x="-7761" y="292952"/>
                          <a:pt x="244391" y="94"/>
                          <a:pt x="515320" y="0"/>
                        </a:cubicBezTo>
                        <a:cubicBezTo>
                          <a:pt x="659482" y="-28668"/>
                          <a:pt x="817681" y="7609"/>
                          <a:pt x="931458" y="0"/>
                        </a:cubicBezTo>
                        <a:cubicBezTo>
                          <a:pt x="1045235" y="-7609"/>
                          <a:pt x="1252652" y="36420"/>
                          <a:pt x="1396554" y="0"/>
                        </a:cubicBezTo>
                        <a:cubicBezTo>
                          <a:pt x="1540456" y="-36420"/>
                          <a:pt x="1688378" y="31891"/>
                          <a:pt x="1910608" y="0"/>
                        </a:cubicBezTo>
                        <a:cubicBezTo>
                          <a:pt x="2132838" y="-31891"/>
                          <a:pt x="2215499" y="11459"/>
                          <a:pt x="2424661" y="0"/>
                        </a:cubicBezTo>
                        <a:cubicBezTo>
                          <a:pt x="2633823" y="-11459"/>
                          <a:pt x="2746448" y="6554"/>
                          <a:pt x="2963193" y="0"/>
                        </a:cubicBezTo>
                        <a:cubicBezTo>
                          <a:pt x="3272024" y="-22723"/>
                          <a:pt x="3469952" y="245670"/>
                          <a:pt x="3478513" y="515320"/>
                        </a:cubicBezTo>
                        <a:cubicBezTo>
                          <a:pt x="3531247" y="660003"/>
                          <a:pt x="3461371" y="906696"/>
                          <a:pt x="3478513" y="1030625"/>
                        </a:cubicBezTo>
                        <a:cubicBezTo>
                          <a:pt x="3495655" y="1154555"/>
                          <a:pt x="3478173" y="1356768"/>
                          <a:pt x="3478513" y="1587153"/>
                        </a:cubicBezTo>
                        <a:cubicBezTo>
                          <a:pt x="3478853" y="1817538"/>
                          <a:pt x="3444358" y="2263736"/>
                          <a:pt x="3478513" y="2576538"/>
                        </a:cubicBezTo>
                        <a:cubicBezTo>
                          <a:pt x="3468252" y="2856098"/>
                          <a:pt x="3268393" y="3091932"/>
                          <a:pt x="2963193" y="3091858"/>
                        </a:cubicBezTo>
                        <a:cubicBezTo>
                          <a:pt x="2788439" y="3132721"/>
                          <a:pt x="2627065" y="3067116"/>
                          <a:pt x="2473618" y="3091858"/>
                        </a:cubicBezTo>
                        <a:cubicBezTo>
                          <a:pt x="2320171" y="3116600"/>
                          <a:pt x="2177639" y="3050108"/>
                          <a:pt x="1935086" y="3091858"/>
                        </a:cubicBezTo>
                        <a:cubicBezTo>
                          <a:pt x="1692533" y="3133608"/>
                          <a:pt x="1565877" y="3088903"/>
                          <a:pt x="1396554" y="3091858"/>
                        </a:cubicBezTo>
                        <a:cubicBezTo>
                          <a:pt x="1227231" y="3094813"/>
                          <a:pt x="777677" y="3066872"/>
                          <a:pt x="515320" y="3091858"/>
                        </a:cubicBezTo>
                        <a:cubicBezTo>
                          <a:pt x="225200" y="3080570"/>
                          <a:pt x="42321" y="2844008"/>
                          <a:pt x="0" y="2576538"/>
                        </a:cubicBezTo>
                        <a:cubicBezTo>
                          <a:pt x="-11493" y="2347710"/>
                          <a:pt x="41184" y="2298895"/>
                          <a:pt x="0" y="2081846"/>
                        </a:cubicBezTo>
                        <a:cubicBezTo>
                          <a:pt x="-41184" y="1864797"/>
                          <a:pt x="41514" y="1754177"/>
                          <a:pt x="0" y="1628378"/>
                        </a:cubicBezTo>
                        <a:cubicBezTo>
                          <a:pt x="-41514" y="1502579"/>
                          <a:pt x="16125" y="1249192"/>
                          <a:pt x="0" y="1092461"/>
                        </a:cubicBezTo>
                        <a:cubicBezTo>
                          <a:pt x="-16125" y="935730"/>
                          <a:pt x="66257" y="740564"/>
                          <a:pt x="0" y="515320"/>
                        </a:cubicBezTo>
                        <a:close/>
                      </a:path>
                      <a:path w="3478513" h="3091858" stroke="0" extrusionOk="0">
                        <a:moveTo>
                          <a:pt x="0" y="515320"/>
                        </a:moveTo>
                        <a:cubicBezTo>
                          <a:pt x="8396" y="216903"/>
                          <a:pt x="288688" y="55406"/>
                          <a:pt x="515320" y="0"/>
                        </a:cubicBezTo>
                        <a:cubicBezTo>
                          <a:pt x="686691" y="-37126"/>
                          <a:pt x="898525" y="1865"/>
                          <a:pt x="1053852" y="0"/>
                        </a:cubicBezTo>
                        <a:cubicBezTo>
                          <a:pt x="1209179" y="-1865"/>
                          <a:pt x="1264503" y="38965"/>
                          <a:pt x="1469990" y="0"/>
                        </a:cubicBezTo>
                        <a:cubicBezTo>
                          <a:pt x="1675477" y="-38965"/>
                          <a:pt x="1704282" y="13700"/>
                          <a:pt x="1935086" y="0"/>
                        </a:cubicBezTo>
                        <a:cubicBezTo>
                          <a:pt x="2165890" y="-13700"/>
                          <a:pt x="2303500" y="20256"/>
                          <a:pt x="2400182" y="0"/>
                        </a:cubicBezTo>
                        <a:cubicBezTo>
                          <a:pt x="2496864" y="-20256"/>
                          <a:pt x="2803662" y="8498"/>
                          <a:pt x="2963193" y="0"/>
                        </a:cubicBezTo>
                        <a:cubicBezTo>
                          <a:pt x="3204445" y="28369"/>
                          <a:pt x="3521069" y="205120"/>
                          <a:pt x="3478513" y="515320"/>
                        </a:cubicBezTo>
                        <a:cubicBezTo>
                          <a:pt x="3485920" y="712935"/>
                          <a:pt x="3428850" y="911007"/>
                          <a:pt x="3478513" y="1051237"/>
                        </a:cubicBezTo>
                        <a:cubicBezTo>
                          <a:pt x="3528176" y="1191467"/>
                          <a:pt x="3430875" y="1469689"/>
                          <a:pt x="3478513" y="1587153"/>
                        </a:cubicBezTo>
                        <a:cubicBezTo>
                          <a:pt x="3526151" y="1704617"/>
                          <a:pt x="3422579" y="1955649"/>
                          <a:pt x="3478513" y="2061234"/>
                        </a:cubicBezTo>
                        <a:cubicBezTo>
                          <a:pt x="3534447" y="2166819"/>
                          <a:pt x="3460147" y="2373068"/>
                          <a:pt x="3478513" y="2576538"/>
                        </a:cubicBezTo>
                        <a:cubicBezTo>
                          <a:pt x="3430317" y="2811666"/>
                          <a:pt x="3247422" y="3064218"/>
                          <a:pt x="2963193" y="3091858"/>
                        </a:cubicBezTo>
                        <a:cubicBezTo>
                          <a:pt x="2781846" y="3125511"/>
                          <a:pt x="2674372" y="3059445"/>
                          <a:pt x="2449140" y="3091858"/>
                        </a:cubicBezTo>
                        <a:cubicBezTo>
                          <a:pt x="2223908" y="3124271"/>
                          <a:pt x="2152952" y="3067636"/>
                          <a:pt x="1959565" y="3091858"/>
                        </a:cubicBezTo>
                        <a:cubicBezTo>
                          <a:pt x="1766178" y="3116080"/>
                          <a:pt x="1683256" y="3080095"/>
                          <a:pt x="1469990" y="3091858"/>
                        </a:cubicBezTo>
                        <a:cubicBezTo>
                          <a:pt x="1256724" y="3103621"/>
                          <a:pt x="1174606" y="3074580"/>
                          <a:pt x="1053852" y="3091858"/>
                        </a:cubicBezTo>
                        <a:cubicBezTo>
                          <a:pt x="933098" y="3109136"/>
                          <a:pt x="716086" y="3081327"/>
                          <a:pt x="515320" y="3091858"/>
                        </a:cubicBezTo>
                        <a:cubicBezTo>
                          <a:pt x="249678" y="3088635"/>
                          <a:pt x="50694" y="2850503"/>
                          <a:pt x="0" y="2576538"/>
                        </a:cubicBezTo>
                        <a:cubicBezTo>
                          <a:pt x="-33604" y="2388587"/>
                          <a:pt x="3552" y="2281324"/>
                          <a:pt x="0" y="2020009"/>
                        </a:cubicBezTo>
                        <a:cubicBezTo>
                          <a:pt x="-3552" y="1758694"/>
                          <a:pt x="29888" y="1729798"/>
                          <a:pt x="0" y="1463480"/>
                        </a:cubicBezTo>
                        <a:cubicBezTo>
                          <a:pt x="-29888" y="1197162"/>
                          <a:pt x="51851" y="964579"/>
                          <a:pt x="0" y="51532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CA7C5A7C-A8A4-9B46-9C49-ECF16E39561D}"/>
              </a:ext>
            </a:extLst>
          </p:cNvPr>
          <p:cNvSpPr/>
          <p:nvPr/>
        </p:nvSpPr>
        <p:spPr>
          <a:xfrm>
            <a:off x="5972978" y="3611696"/>
            <a:ext cx="3555485" cy="3091857"/>
          </a:xfrm>
          <a:prstGeom prst="roundRect">
            <a:avLst/>
          </a:prstGeom>
          <a:ln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71912471">
                  <a:custGeom>
                    <a:avLst/>
                    <a:gdLst>
                      <a:gd name="connsiteX0" fmla="*/ 0 w 3555485"/>
                      <a:gd name="connsiteY0" fmla="*/ 515320 h 3091857"/>
                      <a:gd name="connsiteX1" fmla="*/ 515320 w 3555485"/>
                      <a:gd name="connsiteY1" fmla="*/ 0 h 3091857"/>
                      <a:gd name="connsiteX2" fmla="*/ 944544 w 3555485"/>
                      <a:gd name="connsiteY2" fmla="*/ 0 h 3091857"/>
                      <a:gd name="connsiteX3" fmla="*/ 1424264 w 3555485"/>
                      <a:gd name="connsiteY3" fmla="*/ 0 h 3091857"/>
                      <a:gd name="connsiteX4" fmla="*/ 1954482 w 3555485"/>
                      <a:gd name="connsiteY4" fmla="*/ 0 h 3091857"/>
                      <a:gd name="connsiteX5" fmla="*/ 2484699 w 3555485"/>
                      <a:gd name="connsiteY5" fmla="*/ 0 h 3091857"/>
                      <a:gd name="connsiteX6" fmla="*/ 3040165 w 3555485"/>
                      <a:gd name="connsiteY6" fmla="*/ 0 h 3091857"/>
                      <a:gd name="connsiteX7" fmla="*/ 3555485 w 3555485"/>
                      <a:gd name="connsiteY7" fmla="*/ 515320 h 3091857"/>
                      <a:gd name="connsiteX8" fmla="*/ 3555485 w 3555485"/>
                      <a:gd name="connsiteY8" fmla="*/ 1030624 h 3091857"/>
                      <a:gd name="connsiteX9" fmla="*/ 3555485 w 3555485"/>
                      <a:gd name="connsiteY9" fmla="*/ 1587153 h 3091857"/>
                      <a:gd name="connsiteX10" fmla="*/ 3555485 w 3555485"/>
                      <a:gd name="connsiteY10" fmla="*/ 2576537 h 3091857"/>
                      <a:gd name="connsiteX11" fmla="*/ 3040165 w 3555485"/>
                      <a:gd name="connsiteY11" fmla="*/ 3091857 h 3091857"/>
                      <a:gd name="connsiteX12" fmla="*/ 2535196 w 3555485"/>
                      <a:gd name="connsiteY12" fmla="*/ 3091857 h 3091857"/>
                      <a:gd name="connsiteX13" fmla="*/ 1979730 w 3555485"/>
                      <a:gd name="connsiteY13" fmla="*/ 3091857 h 3091857"/>
                      <a:gd name="connsiteX14" fmla="*/ 1424264 w 3555485"/>
                      <a:gd name="connsiteY14" fmla="*/ 3091857 h 3091857"/>
                      <a:gd name="connsiteX15" fmla="*/ 515320 w 3555485"/>
                      <a:gd name="connsiteY15" fmla="*/ 3091857 h 3091857"/>
                      <a:gd name="connsiteX16" fmla="*/ 0 w 3555485"/>
                      <a:gd name="connsiteY16" fmla="*/ 2576537 h 3091857"/>
                      <a:gd name="connsiteX17" fmla="*/ 0 w 3555485"/>
                      <a:gd name="connsiteY17" fmla="*/ 2081845 h 3091857"/>
                      <a:gd name="connsiteX18" fmla="*/ 0 w 3555485"/>
                      <a:gd name="connsiteY18" fmla="*/ 1628377 h 3091857"/>
                      <a:gd name="connsiteX19" fmla="*/ 0 w 3555485"/>
                      <a:gd name="connsiteY19" fmla="*/ 1092461 h 3091857"/>
                      <a:gd name="connsiteX20" fmla="*/ 0 w 3555485"/>
                      <a:gd name="connsiteY20" fmla="*/ 515320 h 30918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555485" h="3091857" fill="none" extrusionOk="0">
                        <a:moveTo>
                          <a:pt x="0" y="515320"/>
                        </a:moveTo>
                        <a:cubicBezTo>
                          <a:pt x="-7761" y="292952"/>
                          <a:pt x="244391" y="94"/>
                          <a:pt x="515320" y="0"/>
                        </a:cubicBezTo>
                        <a:cubicBezTo>
                          <a:pt x="642805" y="-50775"/>
                          <a:pt x="777450" y="32407"/>
                          <a:pt x="944544" y="0"/>
                        </a:cubicBezTo>
                        <a:cubicBezTo>
                          <a:pt x="1111638" y="-32407"/>
                          <a:pt x="1265063" y="26779"/>
                          <a:pt x="1424264" y="0"/>
                        </a:cubicBezTo>
                        <a:cubicBezTo>
                          <a:pt x="1583465" y="-26779"/>
                          <a:pt x="1690469" y="331"/>
                          <a:pt x="1954482" y="0"/>
                        </a:cubicBezTo>
                        <a:cubicBezTo>
                          <a:pt x="2218495" y="-331"/>
                          <a:pt x="2255963" y="7699"/>
                          <a:pt x="2484699" y="0"/>
                        </a:cubicBezTo>
                        <a:cubicBezTo>
                          <a:pt x="2713435" y="-7699"/>
                          <a:pt x="2917383" y="42920"/>
                          <a:pt x="3040165" y="0"/>
                        </a:cubicBezTo>
                        <a:cubicBezTo>
                          <a:pt x="3348996" y="-22723"/>
                          <a:pt x="3546924" y="245670"/>
                          <a:pt x="3555485" y="515320"/>
                        </a:cubicBezTo>
                        <a:cubicBezTo>
                          <a:pt x="3602209" y="662175"/>
                          <a:pt x="3537614" y="912751"/>
                          <a:pt x="3555485" y="1030624"/>
                        </a:cubicBezTo>
                        <a:cubicBezTo>
                          <a:pt x="3573356" y="1148497"/>
                          <a:pt x="3490789" y="1352998"/>
                          <a:pt x="3555485" y="1587153"/>
                        </a:cubicBezTo>
                        <a:cubicBezTo>
                          <a:pt x="3620181" y="1821308"/>
                          <a:pt x="3517230" y="2265325"/>
                          <a:pt x="3555485" y="2576537"/>
                        </a:cubicBezTo>
                        <a:cubicBezTo>
                          <a:pt x="3545224" y="2856097"/>
                          <a:pt x="3345365" y="3091931"/>
                          <a:pt x="3040165" y="3091857"/>
                        </a:cubicBezTo>
                        <a:cubicBezTo>
                          <a:pt x="2913083" y="3106984"/>
                          <a:pt x="2781654" y="3034168"/>
                          <a:pt x="2535196" y="3091857"/>
                        </a:cubicBezTo>
                        <a:cubicBezTo>
                          <a:pt x="2288738" y="3149546"/>
                          <a:pt x="2227269" y="3081765"/>
                          <a:pt x="1979730" y="3091857"/>
                        </a:cubicBezTo>
                        <a:cubicBezTo>
                          <a:pt x="1732191" y="3101949"/>
                          <a:pt x="1596334" y="3089725"/>
                          <a:pt x="1424264" y="3091857"/>
                        </a:cubicBezTo>
                        <a:cubicBezTo>
                          <a:pt x="1252194" y="3093989"/>
                          <a:pt x="763613" y="3035143"/>
                          <a:pt x="515320" y="3091857"/>
                        </a:cubicBezTo>
                        <a:cubicBezTo>
                          <a:pt x="225200" y="3080569"/>
                          <a:pt x="42321" y="2844007"/>
                          <a:pt x="0" y="2576537"/>
                        </a:cubicBezTo>
                        <a:cubicBezTo>
                          <a:pt x="-11493" y="2347709"/>
                          <a:pt x="41184" y="2298894"/>
                          <a:pt x="0" y="2081845"/>
                        </a:cubicBezTo>
                        <a:cubicBezTo>
                          <a:pt x="-41184" y="1864796"/>
                          <a:pt x="41514" y="1754176"/>
                          <a:pt x="0" y="1628377"/>
                        </a:cubicBezTo>
                        <a:cubicBezTo>
                          <a:pt x="-41514" y="1502578"/>
                          <a:pt x="23310" y="1241981"/>
                          <a:pt x="0" y="1092461"/>
                        </a:cubicBezTo>
                        <a:cubicBezTo>
                          <a:pt x="-23310" y="942941"/>
                          <a:pt x="66257" y="740564"/>
                          <a:pt x="0" y="515320"/>
                        </a:cubicBezTo>
                        <a:close/>
                      </a:path>
                      <a:path w="3555485" h="3091857" stroke="0" extrusionOk="0">
                        <a:moveTo>
                          <a:pt x="0" y="515320"/>
                        </a:moveTo>
                        <a:cubicBezTo>
                          <a:pt x="8396" y="216903"/>
                          <a:pt x="288688" y="55406"/>
                          <a:pt x="515320" y="0"/>
                        </a:cubicBezTo>
                        <a:cubicBezTo>
                          <a:pt x="653042" y="-37976"/>
                          <a:pt x="811035" y="34646"/>
                          <a:pt x="1070786" y="0"/>
                        </a:cubicBezTo>
                        <a:cubicBezTo>
                          <a:pt x="1330537" y="-34646"/>
                          <a:pt x="1365587" y="33318"/>
                          <a:pt x="1500010" y="0"/>
                        </a:cubicBezTo>
                        <a:cubicBezTo>
                          <a:pt x="1634433" y="-33318"/>
                          <a:pt x="1803654" y="18905"/>
                          <a:pt x="1979730" y="0"/>
                        </a:cubicBezTo>
                        <a:cubicBezTo>
                          <a:pt x="2155806" y="-18905"/>
                          <a:pt x="2235690" y="1104"/>
                          <a:pt x="2459451" y="0"/>
                        </a:cubicBezTo>
                        <a:cubicBezTo>
                          <a:pt x="2683212" y="-1104"/>
                          <a:pt x="2892338" y="39775"/>
                          <a:pt x="3040165" y="0"/>
                        </a:cubicBezTo>
                        <a:cubicBezTo>
                          <a:pt x="3281417" y="28369"/>
                          <a:pt x="3598041" y="205120"/>
                          <a:pt x="3555485" y="515320"/>
                        </a:cubicBezTo>
                        <a:cubicBezTo>
                          <a:pt x="3557117" y="718688"/>
                          <a:pt x="3498271" y="914029"/>
                          <a:pt x="3555485" y="1051236"/>
                        </a:cubicBezTo>
                        <a:cubicBezTo>
                          <a:pt x="3612699" y="1188443"/>
                          <a:pt x="3513484" y="1464329"/>
                          <a:pt x="3555485" y="1587153"/>
                        </a:cubicBezTo>
                        <a:cubicBezTo>
                          <a:pt x="3597486" y="1709977"/>
                          <a:pt x="3553431" y="1960520"/>
                          <a:pt x="3555485" y="2061233"/>
                        </a:cubicBezTo>
                        <a:cubicBezTo>
                          <a:pt x="3557539" y="2161946"/>
                          <a:pt x="3537119" y="2373067"/>
                          <a:pt x="3555485" y="2576537"/>
                        </a:cubicBezTo>
                        <a:cubicBezTo>
                          <a:pt x="3507289" y="2811665"/>
                          <a:pt x="3324394" y="3064217"/>
                          <a:pt x="3040165" y="3091857"/>
                        </a:cubicBezTo>
                        <a:cubicBezTo>
                          <a:pt x="2790144" y="3114944"/>
                          <a:pt x="2686032" y="3088644"/>
                          <a:pt x="2509948" y="3091857"/>
                        </a:cubicBezTo>
                        <a:cubicBezTo>
                          <a:pt x="2333864" y="3095070"/>
                          <a:pt x="2248265" y="3053444"/>
                          <a:pt x="2004979" y="3091857"/>
                        </a:cubicBezTo>
                        <a:cubicBezTo>
                          <a:pt x="1761693" y="3130270"/>
                          <a:pt x="1744358" y="3080413"/>
                          <a:pt x="1500010" y="3091857"/>
                        </a:cubicBezTo>
                        <a:cubicBezTo>
                          <a:pt x="1255662" y="3103301"/>
                          <a:pt x="1200412" y="3086717"/>
                          <a:pt x="1070786" y="3091857"/>
                        </a:cubicBezTo>
                        <a:cubicBezTo>
                          <a:pt x="941160" y="3096997"/>
                          <a:pt x="779510" y="3054279"/>
                          <a:pt x="515320" y="3091857"/>
                        </a:cubicBezTo>
                        <a:cubicBezTo>
                          <a:pt x="249678" y="3088634"/>
                          <a:pt x="50694" y="2850502"/>
                          <a:pt x="0" y="2576537"/>
                        </a:cubicBezTo>
                        <a:cubicBezTo>
                          <a:pt x="-33604" y="2388586"/>
                          <a:pt x="3552" y="2281323"/>
                          <a:pt x="0" y="2020008"/>
                        </a:cubicBezTo>
                        <a:cubicBezTo>
                          <a:pt x="-3552" y="1758693"/>
                          <a:pt x="30167" y="1723099"/>
                          <a:pt x="0" y="1463480"/>
                        </a:cubicBezTo>
                        <a:cubicBezTo>
                          <a:pt x="-30167" y="1203861"/>
                          <a:pt x="51851" y="964579"/>
                          <a:pt x="0" y="51532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64622D1-CEFC-A642-892E-1843A71E22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b="50000"/>
          <a:stretch/>
        </p:blipFill>
        <p:spPr>
          <a:xfrm>
            <a:off x="2016060" y="671781"/>
            <a:ext cx="2170378" cy="190641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1966EBC-3ED8-2E41-93D4-311ECBE29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82" y="422046"/>
            <a:ext cx="1792967" cy="215614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FA398A-3310-8E4E-9B7C-DDB85227B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778" y="4160076"/>
            <a:ext cx="2401678" cy="134888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3A95796-EBAC-F54B-8F02-D7C2C4D0DB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80491" y="3642102"/>
            <a:ext cx="2540458" cy="25404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292CCB-D982-9E47-8891-3FD5484C74B0}"/>
              </a:ext>
            </a:extLst>
          </p:cNvPr>
          <p:cNvSpPr txBox="1"/>
          <p:nvPr/>
        </p:nvSpPr>
        <p:spPr>
          <a:xfrm>
            <a:off x="1673214" y="2301195"/>
            <a:ext cx="12146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3000" dirty="0">
                <a:solidFill>
                  <a:srgbClr val="000000"/>
                </a:solidFill>
                <a:effectLst/>
                <a:latin typeface="Gungsuh" panose="02030600000101010101" pitchFamily="18" charset="-127"/>
                <a:cs typeface="Gungsuh" panose="02030600000101010101" pitchFamily="18" charset="-127"/>
              </a:rPr>
              <a:t>花</a:t>
            </a:r>
            <a:endParaRPr lang="ru-RU" sz="3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79B73-5658-7F47-92E0-4CA1C02FC1A6}"/>
              </a:ext>
            </a:extLst>
          </p:cNvPr>
          <p:cNvSpPr txBox="1"/>
          <p:nvPr/>
        </p:nvSpPr>
        <p:spPr>
          <a:xfrm>
            <a:off x="6261636" y="2358263"/>
            <a:ext cx="12146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solidFill>
                  <a:srgbClr val="000000"/>
                </a:solidFill>
                <a:effectLst/>
                <a:latin typeface="Gungsuh" panose="02030600000101010101" pitchFamily="18" charset="-127"/>
                <a:cs typeface="Gungsuh" panose="02030600000101010101" pitchFamily="18" charset="-127"/>
              </a:rPr>
              <a:t>树</a:t>
            </a:r>
            <a:endParaRPr lang="ru-RU" sz="3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12EABD-3DA6-CA4E-A48B-72D11FDE6EEC}"/>
              </a:ext>
            </a:extLst>
          </p:cNvPr>
          <p:cNvSpPr txBox="1"/>
          <p:nvPr/>
        </p:nvSpPr>
        <p:spPr>
          <a:xfrm>
            <a:off x="1673214" y="5778864"/>
            <a:ext cx="12146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solidFill>
                  <a:srgbClr val="000000"/>
                </a:solidFill>
                <a:effectLst/>
                <a:latin typeface="Gungsuh" panose="02030600000101010101" pitchFamily="18" charset="-127"/>
                <a:cs typeface="Gungsuh" panose="02030600000101010101" pitchFamily="18" charset="-127"/>
              </a:rPr>
              <a:t>草地</a:t>
            </a:r>
            <a:endParaRPr lang="ru-RU" sz="3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2F674C-CDA3-4D44-8FE4-F76C797C35F0}"/>
              </a:ext>
            </a:extLst>
          </p:cNvPr>
          <p:cNvSpPr txBox="1"/>
          <p:nvPr/>
        </p:nvSpPr>
        <p:spPr>
          <a:xfrm>
            <a:off x="6096000" y="5733688"/>
            <a:ext cx="12146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solidFill>
                  <a:srgbClr val="000000"/>
                </a:solidFill>
                <a:effectLst/>
                <a:latin typeface="Gungsuh" panose="02030600000101010101" pitchFamily="18" charset="-127"/>
                <a:cs typeface="Gungsuh" panose="02030600000101010101" pitchFamily="18" charset="-127"/>
              </a:rPr>
              <a:t>草</a:t>
            </a: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245099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1069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Macintosh PowerPoint</Application>
  <PresentationFormat>Широкоэкранный</PresentationFormat>
  <Paragraphs>6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Gungsuh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1</cp:revision>
  <dcterms:created xsi:type="dcterms:W3CDTF">2026-06-16T05:40:44Z</dcterms:created>
  <dcterms:modified xsi:type="dcterms:W3CDTF">2026-06-16T05:41:25Z</dcterms:modified>
</cp:coreProperties>
</file>